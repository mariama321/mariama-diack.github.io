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8"/>
  </p:notesMasterIdLst>
  <p:sldIdLst>
    <p:sldId id="297" r:id="rId2"/>
    <p:sldId id="256" r:id="rId3"/>
    <p:sldId id="257" r:id="rId4"/>
    <p:sldId id="298" r:id="rId5"/>
    <p:sldId id="259" r:id="rId6"/>
    <p:sldId id="261" r:id="rId7"/>
    <p:sldId id="267" r:id="rId8"/>
    <p:sldId id="299" r:id="rId9"/>
    <p:sldId id="300" r:id="rId10"/>
    <p:sldId id="301" r:id="rId11"/>
    <p:sldId id="302" r:id="rId12"/>
    <p:sldId id="304" r:id="rId13"/>
    <p:sldId id="303" r:id="rId14"/>
    <p:sldId id="305" r:id="rId15"/>
    <p:sldId id="306" r:id="rId16"/>
    <p:sldId id="307" r:id="rId17"/>
    <p:sldId id="308" r:id="rId18"/>
    <p:sldId id="309" r:id="rId19"/>
    <p:sldId id="310" r:id="rId20"/>
    <p:sldId id="311" r:id="rId21"/>
    <p:sldId id="312" r:id="rId22"/>
    <p:sldId id="313" r:id="rId23"/>
    <p:sldId id="268"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274" r:id="rId37"/>
  </p:sldIdLst>
  <p:sldSz cx="9144000" cy="5143500" type="screen16x9"/>
  <p:notesSz cx="6858000" cy="9144000"/>
  <p:embeddedFontLst>
    <p:embeddedFont>
      <p:font typeface="Barlow" panose="020B0604020202020204" charset="0"/>
      <p:regular r:id="rId39"/>
      <p:bold r:id="rId40"/>
      <p:italic r:id="rId41"/>
      <p:boldItalic r:id="rId42"/>
    </p:embeddedFont>
    <p:embeddedFont>
      <p:font typeface="Assistant" panose="020B0604020202020204" charset="-79"/>
      <p:regular r:id="rId43"/>
      <p:bold r:id="rId44"/>
    </p:embeddedFont>
    <p:embeddedFont>
      <p:font typeface="Titillium Web" panose="020B0604020202020204" charset="0"/>
      <p:regular r:id="rId45"/>
      <p:bold r:id="rId46"/>
      <p:italic r:id="rId47"/>
      <p:boldItalic r:id="rId48"/>
    </p:embeddedFont>
    <p:embeddedFont>
      <p:font typeface="Calibri" panose="020F050202020403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7FE0C-024C-403F-AA0D-8BEF9B2B2EE3}">
  <a:tblStyle styleId="{8EC7FE0C-024C-403F-AA0D-8BEF9B2B2EE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82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36EA6C-E65F-44E1-87F4-FDF1DBC65C9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fr-FR"/>
        </a:p>
      </dgm:t>
    </dgm:pt>
    <dgm:pt modelId="{7F5AC522-B85E-469A-94CA-CB06A015599E}">
      <dgm:prSet phldrT="[Texte]"/>
      <dgm:spPr/>
      <dgm:t>
        <a:bodyPr/>
        <a:lstStyle/>
        <a:p>
          <a:r>
            <a:rPr lang="fr-FR" b="1" dirty="0" smtClean="0">
              <a:latin typeface="Times New Roman" panose="02020603050405020304" pitchFamily="18" charset="0"/>
              <a:cs typeface="Times New Roman" panose="02020603050405020304" pitchFamily="18" charset="0"/>
            </a:rPr>
            <a:t>Partition</a:t>
          </a:r>
          <a:r>
            <a:rPr lang="fr-FR" b="1" baseline="0" dirty="0" smtClean="0">
              <a:latin typeface="Times New Roman" panose="02020603050405020304" pitchFamily="18" charset="0"/>
              <a:cs typeface="Times New Roman" panose="02020603050405020304" pitchFamily="18" charset="0"/>
            </a:rPr>
            <a:t> de domaine </a:t>
          </a:r>
          <a:endParaRPr lang="fr-FR" b="1" dirty="0">
            <a:latin typeface="Times New Roman" panose="02020603050405020304" pitchFamily="18" charset="0"/>
            <a:cs typeface="Times New Roman" panose="02020603050405020304" pitchFamily="18" charset="0"/>
          </a:endParaRPr>
        </a:p>
      </dgm:t>
    </dgm:pt>
    <dgm:pt modelId="{4BA74578-20C9-45B4-85E4-78B16146A550}" type="parTrans" cxnId="{CBD5A865-AB24-45DF-9E48-97CF31319641}">
      <dgm:prSet/>
      <dgm:spPr/>
      <dgm:t>
        <a:bodyPr/>
        <a:lstStyle/>
        <a:p>
          <a:endParaRPr lang="fr-FR" b="1">
            <a:latin typeface="Times New Roman" panose="02020603050405020304" pitchFamily="18" charset="0"/>
            <a:cs typeface="Times New Roman" panose="02020603050405020304" pitchFamily="18" charset="0"/>
          </a:endParaRPr>
        </a:p>
      </dgm:t>
    </dgm:pt>
    <dgm:pt modelId="{D9A4340E-2F94-4622-9863-81C8B0A79A9E}" type="sibTrans" cxnId="{CBD5A865-AB24-45DF-9E48-97CF31319641}">
      <dgm:prSet/>
      <dgm:spPr/>
      <dgm:t>
        <a:bodyPr/>
        <a:lstStyle/>
        <a:p>
          <a:endParaRPr lang="fr-FR" b="1">
            <a:latin typeface="Times New Roman" panose="02020603050405020304" pitchFamily="18" charset="0"/>
            <a:cs typeface="Times New Roman" panose="02020603050405020304" pitchFamily="18" charset="0"/>
          </a:endParaRPr>
        </a:p>
      </dgm:t>
    </dgm:pt>
    <dgm:pt modelId="{254BF67A-BC9E-41CA-916B-A0D1FB411296}">
      <dgm:prSet phldrT="[Texte]"/>
      <dgm:spPr/>
      <dgm:t>
        <a:bodyPr/>
        <a:lstStyle/>
        <a:p>
          <a:r>
            <a:rPr lang="fr-FR" b="1" dirty="0" smtClean="0">
              <a:latin typeface="Times New Roman" panose="02020603050405020304" pitchFamily="18" charset="0"/>
              <a:cs typeface="Times New Roman" panose="02020603050405020304" pitchFamily="18" charset="0"/>
            </a:rPr>
            <a:t>Partition d’application</a:t>
          </a:r>
          <a:endParaRPr lang="fr-FR" b="1" dirty="0">
            <a:latin typeface="Times New Roman" panose="02020603050405020304" pitchFamily="18" charset="0"/>
            <a:cs typeface="Times New Roman" panose="02020603050405020304" pitchFamily="18" charset="0"/>
          </a:endParaRPr>
        </a:p>
      </dgm:t>
    </dgm:pt>
    <dgm:pt modelId="{9AE029B0-9053-4A80-B712-175C53821223}" type="parTrans" cxnId="{AB7A5F3B-6767-46C1-BCF7-317DA8119F8B}">
      <dgm:prSet/>
      <dgm:spPr/>
      <dgm:t>
        <a:bodyPr/>
        <a:lstStyle/>
        <a:p>
          <a:endParaRPr lang="fr-FR" b="1">
            <a:latin typeface="Times New Roman" panose="02020603050405020304" pitchFamily="18" charset="0"/>
            <a:cs typeface="Times New Roman" panose="02020603050405020304" pitchFamily="18" charset="0"/>
          </a:endParaRPr>
        </a:p>
      </dgm:t>
    </dgm:pt>
    <dgm:pt modelId="{B74E8CE2-0D6F-4BE0-9999-F7E3BE48CC00}" type="sibTrans" cxnId="{AB7A5F3B-6767-46C1-BCF7-317DA8119F8B}">
      <dgm:prSet/>
      <dgm:spPr/>
      <dgm:t>
        <a:bodyPr/>
        <a:lstStyle/>
        <a:p>
          <a:endParaRPr lang="fr-FR" b="1">
            <a:latin typeface="Times New Roman" panose="02020603050405020304" pitchFamily="18" charset="0"/>
            <a:cs typeface="Times New Roman" panose="02020603050405020304" pitchFamily="18" charset="0"/>
          </a:endParaRPr>
        </a:p>
      </dgm:t>
    </dgm:pt>
    <dgm:pt modelId="{294F9A55-CD90-4AC7-B703-862918233876}">
      <dgm:prSet phldrT="[Texte]"/>
      <dgm:spPr/>
      <dgm:t>
        <a:bodyPr/>
        <a:lstStyle/>
        <a:p>
          <a:r>
            <a:rPr lang="fr-FR" b="1" smtClean="0">
              <a:latin typeface="Times New Roman" panose="02020603050405020304" pitchFamily="18" charset="0"/>
              <a:cs typeface="Times New Roman" panose="02020603050405020304" pitchFamily="18" charset="0"/>
            </a:rPr>
            <a:t>Partition de schéma </a:t>
          </a:r>
          <a:endParaRPr lang="fr-FR" b="1" dirty="0">
            <a:latin typeface="Times New Roman" panose="02020603050405020304" pitchFamily="18" charset="0"/>
            <a:cs typeface="Times New Roman" panose="02020603050405020304" pitchFamily="18" charset="0"/>
          </a:endParaRPr>
        </a:p>
      </dgm:t>
    </dgm:pt>
    <dgm:pt modelId="{835027E6-946C-4ECF-A26C-FE4961E24277}" type="parTrans" cxnId="{AB19F6FA-744C-496E-8C26-E9732A0DA0EF}">
      <dgm:prSet/>
      <dgm:spPr/>
      <dgm:t>
        <a:bodyPr/>
        <a:lstStyle/>
        <a:p>
          <a:endParaRPr lang="fr-FR" b="1">
            <a:latin typeface="Times New Roman" panose="02020603050405020304" pitchFamily="18" charset="0"/>
            <a:cs typeface="Times New Roman" panose="02020603050405020304" pitchFamily="18" charset="0"/>
          </a:endParaRPr>
        </a:p>
      </dgm:t>
    </dgm:pt>
    <dgm:pt modelId="{F72C2D82-BF83-422A-BDDF-391C7E59D7FC}" type="sibTrans" cxnId="{AB19F6FA-744C-496E-8C26-E9732A0DA0EF}">
      <dgm:prSet/>
      <dgm:spPr/>
      <dgm:t>
        <a:bodyPr/>
        <a:lstStyle/>
        <a:p>
          <a:endParaRPr lang="fr-FR" b="1">
            <a:latin typeface="Times New Roman" panose="02020603050405020304" pitchFamily="18" charset="0"/>
            <a:cs typeface="Times New Roman" panose="02020603050405020304" pitchFamily="18" charset="0"/>
          </a:endParaRPr>
        </a:p>
      </dgm:t>
    </dgm:pt>
    <dgm:pt modelId="{06BDA0D2-D9D3-4D4A-9F64-DB65B35DEE47}">
      <dgm:prSet phldrT="[Texte]"/>
      <dgm:spPr/>
      <dgm:t>
        <a:bodyPr/>
        <a:lstStyle/>
        <a:p>
          <a:r>
            <a:rPr lang="fr-FR" b="1" dirty="0" smtClean="0">
              <a:latin typeface="Times New Roman" panose="02020603050405020304" pitchFamily="18" charset="0"/>
              <a:cs typeface="Times New Roman" panose="02020603050405020304" pitchFamily="18" charset="0"/>
            </a:rPr>
            <a:t>Partition de configuration </a:t>
          </a:r>
          <a:endParaRPr lang="fr-FR" b="1" dirty="0">
            <a:latin typeface="Times New Roman" panose="02020603050405020304" pitchFamily="18" charset="0"/>
            <a:cs typeface="Times New Roman" panose="02020603050405020304" pitchFamily="18" charset="0"/>
          </a:endParaRPr>
        </a:p>
      </dgm:t>
    </dgm:pt>
    <dgm:pt modelId="{BE53FAB3-8C07-4D8C-8E1A-8B9002CA29A5}" type="parTrans" cxnId="{480F4567-9994-401E-AE40-B94AAAF4374B}">
      <dgm:prSet/>
      <dgm:spPr/>
      <dgm:t>
        <a:bodyPr/>
        <a:lstStyle/>
        <a:p>
          <a:endParaRPr lang="fr-FR" b="1">
            <a:latin typeface="Times New Roman" panose="02020603050405020304" pitchFamily="18" charset="0"/>
            <a:cs typeface="Times New Roman" panose="02020603050405020304" pitchFamily="18" charset="0"/>
          </a:endParaRPr>
        </a:p>
      </dgm:t>
    </dgm:pt>
    <dgm:pt modelId="{DF855152-B855-4190-A6F5-625215E627B9}" type="sibTrans" cxnId="{480F4567-9994-401E-AE40-B94AAAF4374B}">
      <dgm:prSet/>
      <dgm:spPr/>
      <dgm:t>
        <a:bodyPr/>
        <a:lstStyle/>
        <a:p>
          <a:endParaRPr lang="fr-FR" b="1">
            <a:latin typeface="Times New Roman" panose="02020603050405020304" pitchFamily="18" charset="0"/>
            <a:cs typeface="Times New Roman" panose="02020603050405020304" pitchFamily="18" charset="0"/>
          </a:endParaRPr>
        </a:p>
      </dgm:t>
    </dgm:pt>
    <dgm:pt modelId="{90A1A5D2-E576-407D-BB08-059B50C791B2}" type="pres">
      <dgm:prSet presAssocID="{4C36EA6C-E65F-44E1-87F4-FDF1DBC65C9F}" presName="cycle" presStyleCnt="0">
        <dgm:presLayoutVars>
          <dgm:dir/>
          <dgm:resizeHandles val="exact"/>
        </dgm:presLayoutVars>
      </dgm:prSet>
      <dgm:spPr/>
      <dgm:t>
        <a:bodyPr/>
        <a:lstStyle/>
        <a:p>
          <a:endParaRPr lang="fr-FR"/>
        </a:p>
      </dgm:t>
    </dgm:pt>
    <dgm:pt modelId="{102E0434-CE72-4439-95B4-170306393D26}" type="pres">
      <dgm:prSet presAssocID="{7F5AC522-B85E-469A-94CA-CB06A015599E}" presName="node" presStyleLbl="node1" presStyleIdx="0" presStyleCnt="4">
        <dgm:presLayoutVars>
          <dgm:bulletEnabled val="1"/>
        </dgm:presLayoutVars>
      </dgm:prSet>
      <dgm:spPr/>
      <dgm:t>
        <a:bodyPr/>
        <a:lstStyle/>
        <a:p>
          <a:endParaRPr lang="fr-FR"/>
        </a:p>
      </dgm:t>
    </dgm:pt>
    <dgm:pt modelId="{4A8D5A45-D09F-4E7B-8483-5893C2A2275D}" type="pres">
      <dgm:prSet presAssocID="{D9A4340E-2F94-4622-9863-81C8B0A79A9E}" presName="sibTrans" presStyleLbl="sibTrans2D1" presStyleIdx="0" presStyleCnt="4"/>
      <dgm:spPr/>
      <dgm:t>
        <a:bodyPr/>
        <a:lstStyle/>
        <a:p>
          <a:endParaRPr lang="fr-FR"/>
        </a:p>
      </dgm:t>
    </dgm:pt>
    <dgm:pt modelId="{8DBFF942-7D6D-45E2-8E72-2B6D8CD5C339}" type="pres">
      <dgm:prSet presAssocID="{D9A4340E-2F94-4622-9863-81C8B0A79A9E}" presName="connectorText" presStyleLbl="sibTrans2D1" presStyleIdx="0" presStyleCnt="4"/>
      <dgm:spPr/>
      <dgm:t>
        <a:bodyPr/>
        <a:lstStyle/>
        <a:p>
          <a:endParaRPr lang="fr-FR"/>
        </a:p>
      </dgm:t>
    </dgm:pt>
    <dgm:pt modelId="{AD5D0EB6-E1A1-4300-A65D-8AF0107BDA95}" type="pres">
      <dgm:prSet presAssocID="{254BF67A-BC9E-41CA-916B-A0D1FB411296}" presName="node" presStyleLbl="node1" presStyleIdx="1" presStyleCnt="4">
        <dgm:presLayoutVars>
          <dgm:bulletEnabled val="1"/>
        </dgm:presLayoutVars>
      </dgm:prSet>
      <dgm:spPr/>
      <dgm:t>
        <a:bodyPr/>
        <a:lstStyle/>
        <a:p>
          <a:endParaRPr lang="fr-FR"/>
        </a:p>
      </dgm:t>
    </dgm:pt>
    <dgm:pt modelId="{843C4713-7890-4288-BCC1-A666C306D3FD}" type="pres">
      <dgm:prSet presAssocID="{B74E8CE2-0D6F-4BE0-9999-F7E3BE48CC00}" presName="sibTrans" presStyleLbl="sibTrans2D1" presStyleIdx="1" presStyleCnt="4"/>
      <dgm:spPr/>
      <dgm:t>
        <a:bodyPr/>
        <a:lstStyle/>
        <a:p>
          <a:endParaRPr lang="fr-FR"/>
        </a:p>
      </dgm:t>
    </dgm:pt>
    <dgm:pt modelId="{1EF2EA43-DF89-4C09-9FDC-024AE852B4E2}" type="pres">
      <dgm:prSet presAssocID="{B74E8CE2-0D6F-4BE0-9999-F7E3BE48CC00}" presName="connectorText" presStyleLbl="sibTrans2D1" presStyleIdx="1" presStyleCnt="4"/>
      <dgm:spPr/>
      <dgm:t>
        <a:bodyPr/>
        <a:lstStyle/>
        <a:p>
          <a:endParaRPr lang="fr-FR"/>
        </a:p>
      </dgm:t>
    </dgm:pt>
    <dgm:pt modelId="{AEE99BCB-ADC9-4D41-9B9B-DFEEFCAF8D3E}" type="pres">
      <dgm:prSet presAssocID="{294F9A55-CD90-4AC7-B703-862918233876}" presName="node" presStyleLbl="node1" presStyleIdx="2" presStyleCnt="4">
        <dgm:presLayoutVars>
          <dgm:bulletEnabled val="1"/>
        </dgm:presLayoutVars>
      </dgm:prSet>
      <dgm:spPr/>
      <dgm:t>
        <a:bodyPr/>
        <a:lstStyle/>
        <a:p>
          <a:endParaRPr lang="fr-FR"/>
        </a:p>
      </dgm:t>
    </dgm:pt>
    <dgm:pt modelId="{E3736115-10CA-41E7-A5BE-BA3354DC6944}" type="pres">
      <dgm:prSet presAssocID="{F72C2D82-BF83-422A-BDDF-391C7E59D7FC}" presName="sibTrans" presStyleLbl="sibTrans2D1" presStyleIdx="2" presStyleCnt="4"/>
      <dgm:spPr/>
      <dgm:t>
        <a:bodyPr/>
        <a:lstStyle/>
        <a:p>
          <a:endParaRPr lang="fr-FR"/>
        </a:p>
      </dgm:t>
    </dgm:pt>
    <dgm:pt modelId="{1654002B-FD14-4583-B92A-6C517C60CB12}" type="pres">
      <dgm:prSet presAssocID="{F72C2D82-BF83-422A-BDDF-391C7E59D7FC}" presName="connectorText" presStyleLbl="sibTrans2D1" presStyleIdx="2" presStyleCnt="4"/>
      <dgm:spPr/>
      <dgm:t>
        <a:bodyPr/>
        <a:lstStyle/>
        <a:p>
          <a:endParaRPr lang="fr-FR"/>
        </a:p>
      </dgm:t>
    </dgm:pt>
    <dgm:pt modelId="{EA9E65F5-FAD8-4BCC-8A71-92CC2F276C11}" type="pres">
      <dgm:prSet presAssocID="{06BDA0D2-D9D3-4D4A-9F64-DB65B35DEE47}" presName="node" presStyleLbl="node1" presStyleIdx="3" presStyleCnt="4">
        <dgm:presLayoutVars>
          <dgm:bulletEnabled val="1"/>
        </dgm:presLayoutVars>
      </dgm:prSet>
      <dgm:spPr/>
      <dgm:t>
        <a:bodyPr/>
        <a:lstStyle/>
        <a:p>
          <a:endParaRPr lang="fr-FR"/>
        </a:p>
      </dgm:t>
    </dgm:pt>
    <dgm:pt modelId="{B68DF8D6-5A69-42DA-98BB-9A26AC54AA9E}" type="pres">
      <dgm:prSet presAssocID="{DF855152-B855-4190-A6F5-625215E627B9}" presName="sibTrans" presStyleLbl="sibTrans2D1" presStyleIdx="3" presStyleCnt="4"/>
      <dgm:spPr/>
      <dgm:t>
        <a:bodyPr/>
        <a:lstStyle/>
        <a:p>
          <a:endParaRPr lang="fr-FR"/>
        </a:p>
      </dgm:t>
    </dgm:pt>
    <dgm:pt modelId="{BD642E99-7094-4618-A68D-671F21C03535}" type="pres">
      <dgm:prSet presAssocID="{DF855152-B855-4190-A6F5-625215E627B9}" presName="connectorText" presStyleLbl="sibTrans2D1" presStyleIdx="3" presStyleCnt="4"/>
      <dgm:spPr/>
      <dgm:t>
        <a:bodyPr/>
        <a:lstStyle/>
        <a:p>
          <a:endParaRPr lang="fr-FR"/>
        </a:p>
      </dgm:t>
    </dgm:pt>
  </dgm:ptLst>
  <dgm:cxnLst>
    <dgm:cxn modelId="{857EDEF1-F44E-4417-B7D5-8B0540BB32AD}" type="presOf" srcId="{D9A4340E-2F94-4622-9863-81C8B0A79A9E}" destId="{8DBFF942-7D6D-45E2-8E72-2B6D8CD5C339}" srcOrd="1" destOrd="0" presId="urn:microsoft.com/office/officeart/2005/8/layout/cycle2"/>
    <dgm:cxn modelId="{4F52DD9A-D950-41EF-B1CB-5DC4F48FE680}" type="presOf" srcId="{B74E8CE2-0D6F-4BE0-9999-F7E3BE48CC00}" destId="{1EF2EA43-DF89-4C09-9FDC-024AE852B4E2}" srcOrd="1" destOrd="0" presId="urn:microsoft.com/office/officeart/2005/8/layout/cycle2"/>
    <dgm:cxn modelId="{C4974744-2EC6-46D1-8045-EC7AA9EA2141}" type="presOf" srcId="{F72C2D82-BF83-422A-BDDF-391C7E59D7FC}" destId="{1654002B-FD14-4583-B92A-6C517C60CB12}" srcOrd="1" destOrd="0" presId="urn:microsoft.com/office/officeart/2005/8/layout/cycle2"/>
    <dgm:cxn modelId="{AB19F6FA-744C-496E-8C26-E9732A0DA0EF}" srcId="{4C36EA6C-E65F-44E1-87F4-FDF1DBC65C9F}" destId="{294F9A55-CD90-4AC7-B703-862918233876}" srcOrd="2" destOrd="0" parTransId="{835027E6-946C-4ECF-A26C-FE4961E24277}" sibTransId="{F72C2D82-BF83-422A-BDDF-391C7E59D7FC}"/>
    <dgm:cxn modelId="{84536BA4-E63D-47AD-8B34-17F0599DC784}" type="presOf" srcId="{7F5AC522-B85E-469A-94CA-CB06A015599E}" destId="{102E0434-CE72-4439-95B4-170306393D26}" srcOrd="0" destOrd="0" presId="urn:microsoft.com/office/officeart/2005/8/layout/cycle2"/>
    <dgm:cxn modelId="{B890805C-4BD8-474B-B80C-DD4E4F09DB89}" type="presOf" srcId="{DF855152-B855-4190-A6F5-625215E627B9}" destId="{BD642E99-7094-4618-A68D-671F21C03535}" srcOrd="1" destOrd="0" presId="urn:microsoft.com/office/officeart/2005/8/layout/cycle2"/>
    <dgm:cxn modelId="{34257599-2E2A-427F-A9B9-BECE43271F38}" type="presOf" srcId="{B74E8CE2-0D6F-4BE0-9999-F7E3BE48CC00}" destId="{843C4713-7890-4288-BCC1-A666C306D3FD}" srcOrd="0" destOrd="0" presId="urn:microsoft.com/office/officeart/2005/8/layout/cycle2"/>
    <dgm:cxn modelId="{AB7A5F3B-6767-46C1-BCF7-317DA8119F8B}" srcId="{4C36EA6C-E65F-44E1-87F4-FDF1DBC65C9F}" destId="{254BF67A-BC9E-41CA-916B-A0D1FB411296}" srcOrd="1" destOrd="0" parTransId="{9AE029B0-9053-4A80-B712-175C53821223}" sibTransId="{B74E8CE2-0D6F-4BE0-9999-F7E3BE48CC00}"/>
    <dgm:cxn modelId="{C28DE2C4-6C08-459E-9FA8-839D4333F1AE}" type="presOf" srcId="{294F9A55-CD90-4AC7-B703-862918233876}" destId="{AEE99BCB-ADC9-4D41-9B9B-DFEEFCAF8D3E}" srcOrd="0" destOrd="0" presId="urn:microsoft.com/office/officeart/2005/8/layout/cycle2"/>
    <dgm:cxn modelId="{8AA6C3D3-8CA9-4542-9EE1-23182979D220}" type="presOf" srcId="{DF855152-B855-4190-A6F5-625215E627B9}" destId="{B68DF8D6-5A69-42DA-98BB-9A26AC54AA9E}" srcOrd="0" destOrd="0" presId="urn:microsoft.com/office/officeart/2005/8/layout/cycle2"/>
    <dgm:cxn modelId="{3ACE8F64-BD21-4961-BB21-D747E5B96884}" type="presOf" srcId="{254BF67A-BC9E-41CA-916B-A0D1FB411296}" destId="{AD5D0EB6-E1A1-4300-A65D-8AF0107BDA95}" srcOrd="0" destOrd="0" presId="urn:microsoft.com/office/officeart/2005/8/layout/cycle2"/>
    <dgm:cxn modelId="{CBD5A865-AB24-45DF-9E48-97CF31319641}" srcId="{4C36EA6C-E65F-44E1-87F4-FDF1DBC65C9F}" destId="{7F5AC522-B85E-469A-94CA-CB06A015599E}" srcOrd="0" destOrd="0" parTransId="{4BA74578-20C9-45B4-85E4-78B16146A550}" sibTransId="{D9A4340E-2F94-4622-9863-81C8B0A79A9E}"/>
    <dgm:cxn modelId="{E3B1269F-7EC6-49E4-9DF5-C633C6AAC03A}" type="presOf" srcId="{D9A4340E-2F94-4622-9863-81C8B0A79A9E}" destId="{4A8D5A45-D09F-4E7B-8483-5893C2A2275D}" srcOrd="0" destOrd="0" presId="urn:microsoft.com/office/officeart/2005/8/layout/cycle2"/>
    <dgm:cxn modelId="{480F4567-9994-401E-AE40-B94AAAF4374B}" srcId="{4C36EA6C-E65F-44E1-87F4-FDF1DBC65C9F}" destId="{06BDA0D2-D9D3-4D4A-9F64-DB65B35DEE47}" srcOrd="3" destOrd="0" parTransId="{BE53FAB3-8C07-4D8C-8E1A-8B9002CA29A5}" sibTransId="{DF855152-B855-4190-A6F5-625215E627B9}"/>
    <dgm:cxn modelId="{9E2BC34F-B768-48EA-8520-14CDC63F61F9}" type="presOf" srcId="{4C36EA6C-E65F-44E1-87F4-FDF1DBC65C9F}" destId="{90A1A5D2-E576-407D-BB08-059B50C791B2}" srcOrd="0" destOrd="0" presId="urn:microsoft.com/office/officeart/2005/8/layout/cycle2"/>
    <dgm:cxn modelId="{72C6BA9B-A74A-496C-A410-5F7C6777C626}" type="presOf" srcId="{F72C2D82-BF83-422A-BDDF-391C7E59D7FC}" destId="{E3736115-10CA-41E7-A5BE-BA3354DC6944}" srcOrd="0" destOrd="0" presId="urn:microsoft.com/office/officeart/2005/8/layout/cycle2"/>
    <dgm:cxn modelId="{04B83BFF-2DA8-4ED6-83D7-2FA2D8760F67}" type="presOf" srcId="{06BDA0D2-D9D3-4D4A-9F64-DB65B35DEE47}" destId="{EA9E65F5-FAD8-4BCC-8A71-92CC2F276C11}" srcOrd="0" destOrd="0" presId="urn:microsoft.com/office/officeart/2005/8/layout/cycle2"/>
    <dgm:cxn modelId="{6E0B0F4F-6183-43CC-8BB8-4474671FF6D2}" type="presParOf" srcId="{90A1A5D2-E576-407D-BB08-059B50C791B2}" destId="{102E0434-CE72-4439-95B4-170306393D26}" srcOrd="0" destOrd="0" presId="urn:microsoft.com/office/officeart/2005/8/layout/cycle2"/>
    <dgm:cxn modelId="{662F33E3-2B41-49AD-9886-430641C0B0AE}" type="presParOf" srcId="{90A1A5D2-E576-407D-BB08-059B50C791B2}" destId="{4A8D5A45-D09F-4E7B-8483-5893C2A2275D}" srcOrd="1" destOrd="0" presId="urn:microsoft.com/office/officeart/2005/8/layout/cycle2"/>
    <dgm:cxn modelId="{E53F500D-BBE5-41F8-A533-6C75563A95D4}" type="presParOf" srcId="{4A8D5A45-D09F-4E7B-8483-5893C2A2275D}" destId="{8DBFF942-7D6D-45E2-8E72-2B6D8CD5C339}" srcOrd="0" destOrd="0" presId="urn:microsoft.com/office/officeart/2005/8/layout/cycle2"/>
    <dgm:cxn modelId="{70C6BD56-8D8B-465C-8FA5-6E36300EAF90}" type="presParOf" srcId="{90A1A5D2-E576-407D-BB08-059B50C791B2}" destId="{AD5D0EB6-E1A1-4300-A65D-8AF0107BDA95}" srcOrd="2" destOrd="0" presId="urn:microsoft.com/office/officeart/2005/8/layout/cycle2"/>
    <dgm:cxn modelId="{503BD18C-8534-436D-A0C8-A7F10F3806AB}" type="presParOf" srcId="{90A1A5D2-E576-407D-BB08-059B50C791B2}" destId="{843C4713-7890-4288-BCC1-A666C306D3FD}" srcOrd="3" destOrd="0" presId="urn:microsoft.com/office/officeart/2005/8/layout/cycle2"/>
    <dgm:cxn modelId="{8CF8EADE-C3F2-4D52-99FF-261948EA2042}" type="presParOf" srcId="{843C4713-7890-4288-BCC1-A666C306D3FD}" destId="{1EF2EA43-DF89-4C09-9FDC-024AE852B4E2}" srcOrd="0" destOrd="0" presId="urn:microsoft.com/office/officeart/2005/8/layout/cycle2"/>
    <dgm:cxn modelId="{5D04481D-E457-42BE-B670-1E10C86F8F77}" type="presParOf" srcId="{90A1A5D2-E576-407D-BB08-059B50C791B2}" destId="{AEE99BCB-ADC9-4D41-9B9B-DFEEFCAF8D3E}" srcOrd="4" destOrd="0" presId="urn:microsoft.com/office/officeart/2005/8/layout/cycle2"/>
    <dgm:cxn modelId="{34FD524C-0335-4868-856F-686FE14D2099}" type="presParOf" srcId="{90A1A5D2-E576-407D-BB08-059B50C791B2}" destId="{E3736115-10CA-41E7-A5BE-BA3354DC6944}" srcOrd="5" destOrd="0" presId="urn:microsoft.com/office/officeart/2005/8/layout/cycle2"/>
    <dgm:cxn modelId="{866E9D00-9D99-4D10-8465-EE68E68C94DD}" type="presParOf" srcId="{E3736115-10CA-41E7-A5BE-BA3354DC6944}" destId="{1654002B-FD14-4583-B92A-6C517C60CB12}" srcOrd="0" destOrd="0" presId="urn:microsoft.com/office/officeart/2005/8/layout/cycle2"/>
    <dgm:cxn modelId="{B392C002-A1B5-4A47-B79C-F5FB8EFCFD0A}" type="presParOf" srcId="{90A1A5D2-E576-407D-BB08-059B50C791B2}" destId="{EA9E65F5-FAD8-4BCC-8A71-92CC2F276C11}" srcOrd="6" destOrd="0" presId="urn:microsoft.com/office/officeart/2005/8/layout/cycle2"/>
    <dgm:cxn modelId="{08500756-5AD0-4FB9-BE98-82E388D2AC33}" type="presParOf" srcId="{90A1A5D2-E576-407D-BB08-059B50C791B2}" destId="{B68DF8D6-5A69-42DA-98BB-9A26AC54AA9E}" srcOrd="7" destOrd="0" presId="urn:microsoft.com/office/officeart/2005/8/layout/cycle2"/>
    <dgm:cxn modelId="{595C016B-DB12-4976-B782-50E3E7D5B158}" type="presParOf" srcId="{B68DF8D6-5A69-42DA-98BB-9A26AC54AA9E}" destId="{BD642E99-7094-4618-A68D-671F21C03535}"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2E0434-CE72-4439-95B4-170306393D26}">
      <dsp:nvSpPr>
        <dsp:cNvPr id="0" name=""/>
        <dsp:cNvSpPr/>
      </dsp:nvSpPr>
      <dsp:spPr>
        <a:xfrm>
          <a:off x="2252709" y="559"/>
          <a:ext cx="1202653" cy="120265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fr-FR" sz="1100" b="1" kern="1200" dirty="0" smtClean="0">
              <a:latin typeface="Times New Roman" panose="02020603050405020304" pitchFamily="18" charset="0"/>
              <a:cs typeface="Times New Roman" panose="02020603050405020304" pitchFamily="18" charset="0"/>
            </a:rPr>
            <a:t>Partition</a:t>
          </a:r>
          <a:r>
            <a:rPr lang="fr-FR" sz="1100" b="1" kern="1200" baseline="0" dirty="0" smtClean="0">
              <a:latin typeface="Times New Roman" panose="02020603050405020304" pitchFamily="18" charset="0"/>
              <a:cs typeface="Times New Roman" panose="02020603050405020304" pitchFamily="18" charset="0"/>
            </a:rPr>
            <a:t> de domaine </a:t>
          </a:r>
          <a:endParaRPr lang="fr-FR" sz="1100" b="1" kern="1200" dirty="0">
            <a:latin typeface="Times New Roman" panose="02020603050405020304" pitchFamily="18" charset="0"/>
            <a:cs typeface="Times New Roman" panose="02020603050405020304" pitchFamily="18" charset="0"/>
          </a:endParaRPr>
        </a:p>
      </dsp:txBody>
      <dsp:txXfrm>
        <a:off x="2428833" y="176683"/>
        <a:ext cx="850405" cy="850405"/>
      </dsp:txXfrm>
    </dsp:sp>
    <dsp:sp modelId="{4A8D5A45-D09F-4E7B-8483-5893C2A2275D}">
      <dsp:nvSpPr>
        <dsp:cNvPr id="0" name=""/>
        <dsp:cNvSpPr/>
      </dsp:nvSpPr>
      <dsp:spPr>
        <a:xfrm rot="2700000">
          <a:off x="3326199" y="1030755"/>
          <a:ext cx="319309" cy="4058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fr-FR" sz="900" b="1" kern="1200">
            <a:latin typeface="Times New Roman" panose="02020603050405020304" pitchFamily="18" charset="0"/>
            <a:cs typeface="Times New Roman" panose="02020603050405020304" pitchFamily="18" charset="0"/>
          </a:endParaRPr>
        </a:p>
      </dsp:txBody>
      <dsp:txXfrm>
        <a:off x="3340228" y="1078066"/>
        <a:ext cx="223516" cy="243537"/>
      </dsp:txXfrm>
    </dsp:sp>
    <dsp:sp modelId="{AD5D0EB6-E1A1-4300-A65D-8AF0107BDA95}">
      <dsp:nvSpPr>
        <dsp:cNvPr id="0" name=""/>
        <dsp:cNvSpPr/>
      </dsp:nvSpPr>
      <dsp:spPr>
        <a:xfrm>
          <a:off x="3529125" y="1276974"/>
          <a:ext cx="1202653" cy="120265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fr-FR" sz="1100" b="1" kern="1200" dirty="0" smtClean="0">
              <a:latin typeface="Times New Roman" panose="02020603050405020304" pitchFamily="18" charset="0"/>
              <a:cs typeface="Times New Roman" panose="02020603050405020304" pitchFamily="18" charset="0"/>
            </a:rPr>
            <a:t>Partition d’application</a:t>
          </a:r>
          <a:endParaRPr lang="fr-FR" sz="1100" b="1" kern="1200" dirty="0">
            <a:latin typeface="Times New Roman" panose="02020603050405020304" pitchFamily="18" charset="0"/>
            <a:cs typeface="Times New Roman" panose="02020603050405020304" pitchFamily="18" charset="0"/>
          </a:endParaRPr>
        </a:p>
      </dsp:txBody>
      <dsp:txXfrm>
        <a:off x="3705249" y="1453098"/>
        <a:ext cx="850405" cy="850405"/>
      </dsp:txXfrm>
    </dsp:sp>
    <dsp:sp modelId="{843C4713-7890-4288-BCC1-A666C306D3FD}">
      <dsp:nvSpPr>
        <dsp:cNvPr id="0" name=""/>
        <dsp:cNvSpPr/>
      </dsp:nvSpPr>
      <dsp:spPr>
        <a:xfrm rot="8100000">
          <a:off x="3338979" y="2307171"/>
          <a:ext cx="319309" cy="4058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fr-FR" sz="900" b="1" kern="1200">
            <a:latin typeface="Times New Roman" panose="02020603050405020304" pitchFamily="18" charset="0"/>
            <a:cs typeface="Times New Roman" panose="02020603050405020304" pitchFamily="18" charset="0"/>
          </a:endParaRPr>
        </a:p>
      </dsp:txBody>
      <dsp:txXfrm rot="10800000">
        <a:off x="3420743" y="2354482"/>
        <a:ext cx="223516" cy="243537"/>
      </dsp:txXfrm>
    </dsp:sp>
    <dsp:sp modelId="{AEE99BCB-ADC9-4D41-9B9B-DFEEFCAF8D3E}">
      <dsp:nvSpPr>
        <dsp:cNvPr id="0" name=""/>
        <dsp:cNvSpPr/>
      </dsp:nvSpPr>
      <dsp:spPr>
        <a:xfrm>
          <a:off x="2252709" y="2553390"/>
          <a:ext cx="1202653" cy="120265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fr-FR" sz="1100" b="1" kern="1200" smtClean="0">
              <a:latin typeface="Times New Roman" panose="02020603050405020304" pitchFamily="18" charset="0"/>
              <a:cs typeface="Times New Roman" panose="02020603050405020304" pitchFamily="18" charset="0"/>
            </a:rPr>
            <a:t>Partition de schéma </a:t>
          </a:r>
          <a:endParaRPr lang="fr-FR" sz="1100" b="1" kern="1200" dirty="0">
            <a:latin typeface="Times New Roman" panose="02020603050405020304" pitchFamily="18" charset="0"/>
            <a:cs typeface="Times New Roman" panose="02020603050405020304" pitchFamily="18" charset="0"/>
          </a:endParaRPr>
        </a:p>
      </dsp:txBody>
      <dsp:txXfrm>
        <a:off x="2428833" y="2729514"/>
        <a:ext cx="850405" cy="850405"/>
      </dsp:txXfrm>
    </dsp:sp>
    <dsp:sp modelId="{E3736115-10CA-41E7-A5BE-BA3354DC6944}">
      <dsp:nvSpPr>
        <dsp:cNvPr id="0" name=""/>
        <dsp:cNvSpPr/>
      </dsp:nvSpPr>
      <dsp:spPr>
        <a:xfrm rot="13500000">
          <a:off x="2062563" y="2319951"/>
          <a:ext cx="319309" cy="4058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fr-FR" sz="900" b="1" kern="1200">
            <a:latin typeface="Times New Roman" panose="02020603050405020304" pitchFamily="18" charset="0"/>
            <a:cs typeface="Times New Roman" panose="02020603050405020304" pitchFamily="18" charset="0"/>
          </a:endParaRPr>
        </a:p>
      </dsp:txBody>
      <dsp:txXfrm rot="10800000">
        <a:off x="2144327" y="2434998"/>
        <a:ext cx="223516" cy="243537"/>
      </dsp:txXfrm>
    </dsp:sp>
    <dsp:sp modelId="{EA9E65F5-FAD8-4BCC-8A71-92CC2F276C11}">
      <dsp:nvSpPr>
        <dsp:cNvPr id="0" name=""/>
        <dsp:cNvSpPr/>
      </dsp:nvSpPr>
      <dsp:spPr>
        <a:xfrm>
          <a:off x="976294" y="1276974"/>
          <a:ext cx="1202653" cy="120265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fr-FR" sz="1100" b="1" kern="1200" dirty="0" smtClean="0">
              <a:latin typeface="Times New Roman" panose="02020603050405020304" pitchFamily="18" charset="0"/>
              <a:cs typeface="Times New Roman" panose="02020603050405020304" pitchFamily="18" charset="0"/>
            </a:rPr>
            <a:t>Partition de configuration </a:t>
          </a:r>
          <a:endParaRPr lang="fr-FR" sz="1100" b="1" kern="1200" dirty="0">
            <a:latin typeface="Times New Roman" panose="02020603050405020304" pitchFamily="18" charset="0"/>
            <a:cs typeface="Times New Roman" panose="02020603050405020304" pitchFamily="18" charset="0"/>
          </a:endParaRPr>
        </a:p>
      </dsp:txBody>
      <dsp:txXfrm>
        <a:off x="1152418" y="1453098"/>
        <a:ext cx="850405" cy="850405"/>
      </dsp:txXfrm>
    </dsp:sp>
    <dsp:sp modelId="{B68DF8D6-5A69-42DA-98BB-9A26AC54AA9E}">
      <dsp:nvSpPr>
        <dsp:cNvPr id="0" name=""/>
        <dsp:cNvSpPr/>
      </dsp:nvSpPr>
      <dsp:spPr>
        <a:xfrm rot="18900000">
          <a:off x="2049783" y="1043536"/>
          <a:ext cx="319309" cy="4058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fr-FR" sz="900" b="1" kern="1200">
            <a:latin typeface="Times New Roman" panose="02020603050405020304" pitchFamily="18" charset="0"/>
            <a:cs typeface="Times New Roman" panose="02020603050405020304" pitchFamily="18" charset="0"/>
          </a:endParaRPr>
        </a:p>
      </dsp:txBody>
      <dsp:txXfrm>
        <a:off x="2063812" y="1158583"/>
        <a:ext cx="223516" cy="24353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206857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22de64d1e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22de64d1e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2048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22deb2a9c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4" name="Google Shape;704;g22deb2a9c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7162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116f4a803e0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116f4a803e0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9304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db0f9523dd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db0f9523dd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4150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1905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877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339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9349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9597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8167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4727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3912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4830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3917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16f4a803e0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16f4a803e0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1879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db0f9523dd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db0f9523dd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9740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228b831423d_1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0" name="Google Shape;1200;g228b831423d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2900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6660475" y="0"/>
            <a:ext cx="2483700" cy="514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1319588"/>
            <a:ext cx="3746100" cy="187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8500"/>
              <a:buNone/>
              <a:defRPr sz="40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11" name="Google Shape;11;p2"/>
          <p:cNvSpPr txBox="1">
            <a:spLocks noGrp="1"/>
          </p:cNvSpPr>
          <p:nvPr>
            <p:ph type="subTitle" idx="1"/>
          </p:nvPr>
        </p:nvSpPr>
        <p:spPr>
          <a:xfrm>
            <a:off x="713225" y="3448175"/>
            <a:ext cx="3746100" cy="4602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2" name="Google Shape;12;p2"/>
          <p:cNvSpPr>
            <a:spLocks noGrp="1"/>
          </p:cNvSpPr>
          <p:nvPr>
            <p:ph type="pic" idx="2"/>
          </p:nvPr>
        </p:nvSpPr>
        <p:spPr>
          <a:xfrm>
            <a:off x="5066750" y="938975"/>
            <a:ext cx="3265500" cy="3265500"/>
          </a:xfrm>
          <a:prstGeom prst="ellipse">
            <a:avLst/>
          </a:prstGeom>
          <a:noFill/>
          <a:ln w="76200" cap="flat" cmpd="sng">
            <a:solidFill>
              <a:schemeClr val="dk1"/>
            </a:solidFill>
            <a:prstDash val="solid"/>
            <a:round/>
            <a:headEnd type="none" w="sm" len="sm"/>
            <a:tailEnd type="none" w="sm" len="sm"/>
          </a:ln>
        </p:spPr>
      </p:sp>
      <p:grpSp>
        <p:nvGrpSpPr>
          <p:cNvPr id="13" name="Google Shape;13;p2"/>
          <p:cNvGrpSpPr/>
          <p:nvPr/>
        </p:nvGrpSpPr>
        <p:grpSpPr>
          <a:xfrm>
            <a:off x="61199" y="-1001703"/>
            <a:ext cx="1963516" cy="2000691"/>
            <a:chOff x="61199" y="-1001703"/>
            <a:chExt cx="1963516" cy="2000691"/>
          </a:xfrm>
        </p:grpSpPr>
        <p:sp>
          <p:nvSpPr>
            <p:cNvPr id="14" name="Google Shape;14;p2"/>
            <p:cNvSpPr/>
            <p:nvPr/>
          </p:nvSpPr>
          <p:spPr>
            <a:xfrm>
              <a:off x="364877" y="-845991"/>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394921" y="-1001703"/>
              <a:ext cx="1400135" cy="1397586"/>
              <a:chOff x="1182471" y="-1089503"/>
              <a:chExt cx="1400135" cy="1397586"/>
            </a:xfrm>
          </p:grpSpPr>
          <p:sp>
            <p:nvSpPr>
              <p:cNvPr id="16" name="Google Shape;16;p2"/>
              <p:cNvSpPr/>
              <p:nvPr/>
            </p:nvSpPr>
            <p:spPr>
              <a:xfrm>
                <a:off x="2530619" y="-1089503"/>
                <a:ext cx="51986" cy="48582"/>
              </a:xfrm>
              <a:custGeom>
                <a:avLst/>
                <a:gdLst/>
                <a:ahLst/>
                <a:cxnLst/>
                <a:rect l="l" t="t" r="r" b="b"/>
                <a:pathLst>
                  <a:path w="962" h="899" extrusionOk="0">
                    <a:moveTo>
                      <a:pt x="469" y="1"/>
                    </a:moveTo>
                    <a:cubicBezTo>
                      <a:pt x="440" y="1"/>
                      <a:pt x="411" y="3"/>
                      <a:pt x="380" y="7"/>
                    </a:cubicBezTo>
                    <a:cubicBezTo>
                      <a:pt x="357" y="15"/>
                      <a:pt x="326" y="22"/>
                      <a:pt x="303" y="30"/>
                    </a:cubicBezTo>
                    <a:cubicBezTo>
                      <a:pt x="272" y="46"/>
                      <a:pt x="248" y="61"/>
                      <a:pt x="225" y="77"/>
                    </a:cubicBezTo>
                    <a:cubicBezTo>
                      <a:pt x="194" y="92"/>
                      <a:pt x="171" y="108"/>
                      <a:pt x="155" y="131"/>
                    </a:cubicBezTo>
                    <a:cubicBezTo>
                      <a:pt x="132" y="154"/>
                      <a:pt x="117" y="170"/>
                      <a:pt x="101" y="201"/>
                    </a:cubicBezTo>
                    <a:cubicBezTo>
                      <a:pt x="86" y="224"/>
                      <a:pt x="70" y="247"/>
                      <a:pt x="54" y="278"/>
                    </a:cubicBezTo>
                    <a:cubicBezTo>
                      <a:pt x="47" y="301"/>
                      <a:pt x="39" y="332"/>
                      <a:pt x="31" y="356"/>
                    </a:cubicBezTo>
                    <a:cubicBezTo>
                      <a:pt x="0" y="503"/>
                      <a:pt x="47" y="658"/>
                      <a:pt x="155" y="767"/>
                    </a:cubicBezTo>
                    <a:cubicBezTo>
                      <a:pt x="171" y="782"/>
                      <a:pt x="194" y="805"/>
                      <a:pt x="225" y="821"/>
                    </a:cubicBezTo>
                    <a:cubicBezTo>
                      <a:pt x="248" y="837"/>
                      <a:pt x="272" y="852"/>
                      <a:pt x="303" y="860"/>
                    </a:cubicBezTo>
                    <a:cubicBezTo>
                      <a:pt x="326" y="868"/>
                      <a:pt x="357" y="883"/>
                      <a:pt x="380" y="883"/>
                    </a:cubicBezTo>
                    <a:cubicBezTo>
                      <a:pt x="411" y="891"/>
                      <a:pt x="442" y="899"/>
                      <a:pt x="473" y="899"/>
                    </a:cubicBezTo>
                    <a:cubicBezTo>
                      <a:pt x="752" y="899"/>
                      <a:pt x="962" y="635"/>
                      <a:pt x="908" y="356"/>
                    </a:cubicBezTo>
                    <a:cubicBezTo>
                      <a:pt x="900" y="332"/>
                      <a:pt x="892" y="301"/>
                      <a:pt x="884" y="278"/>
                    </a:cubicBezTo>
                    <a:cubicBezTo>
                      <a:pt x="877" y="247"/>
                      <a:pt x="861" y="224"/>
                      <a:pt x="845" y="201"/>
                    </a:cubicBezTo>
                    <a:cubicBezTo>
                      <a:pt x="830" y="170"/>
                      <a:pt x="807" y="154"/>
                      <a:pt x="783" y="131"/>
                    </a:cubicBezTo>
                    <a:cubicBezTo>
                      <a:pt x="768" y="108"/>
                      <a:pt x="745" y="92"/>
                      <a:pt x="721" y="77"/>
                    </a:cubicBezTo>
                    <a:cubicBezTo>
                      <a:pt x="690" y="61"/>
                      <a:pt x="667" y="46"/>
                      <a:pt x="644" y="30"/>
                    </a:cubicBezTo>
                    <a:cubicBezTo>
                      <a:pt x="613" y="22"/>
                      <a:pt x="590" y="15"/>
                      <a:pt x="559" y="7"/>
                    </a:cubicBezTo>
                    <a:cubicBezTo>
                      <a:pt x="528" y="3"/>
                      <a:pt x="498" y="1"/>
                      <a:pt x="4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399895" y="-967102"/>
                <a:ext cx="67064" cy="48528"/>
              </a:xfrm>
              <a:custGeom>
                <a:avLst/>
                <a:gdLst/>
                <a:ahLst/>
                <a:cxnLst/>
                <a:rect l="l" t="t" r="r" b="b"/>
                <a:pathLst>
                  <a:path w="1241" h="898" extrusionOk="0">
                    <a:moveTo>
                      <a:pt x="615" y="1"/>
                    </a:moveTo>
                    <a:cubicBezTo>
                      <a:pt x="250" y="1"/>
                      <a:pt x="0" y="471"/>
                      <a:pt x="302" y="766"/>
                    </a:cubicBezTo>
                    <a:cubicBezTo>
                      <a:pt x="387" y="851"/>
                      <a:pt x="504" y="898"/>
                      <a:pt x="620" y="898"/>
                    </a:cubicBezTo>
                    <a:cubicBezTo>
                      <a:pt x="1109" y="898"/>
                      <a:pt x="1240" y="223"/>
                      <a:pt x="791" y="37"/>
                    </a:cubicBezTo>
                    <a:cubicBezTo>
                      <a:pt x="730" y="12"/>
                      <a:pt x="671" y="1"/>
                      <a:pt x="6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418844" y="14375"/>
                <a:ext cx="67064" cy="48528"/>
              </a:xfrm>
              <a:custGeom>
                <a:avLst/>
                <a:gdLst/>
                <a:ahLst/>
                <a:cxnLst/>
                <a:rect l="l" t="t" r="r" b="b"/>
                <a:pathLst>
                  <a:path w="1241" h="898" extrusionOk="0">
                    <a:moveTo>
                      <a:pt x="611" y="0"/>
                    </a:moveTo>
                    <a:cubicBezTo>
                      <a:pt x="244" y="0"/>
                      <a:pt x="1" y="464"/>
                      <a:pt x="302" y="766"/>
                    </a:cubicBezTo>
                    <a:cubicBezTo>
                      <a:pt x="388" y="851"/>
                      <a:pt x="496" y="898"/>
                      <a:pt x="620" y="898"/>
                    </a:cubicBezTo>
                    <a:cubicBezTo>
                      <a:pt x="1109" y="898"/>
                      <a:pt x="1241" y="223"/>
                      <a:pt x="791" y="37"/>
                    </a:cubicBezTo>
                    <a:cubicBezTo>
                      <a:pt x="729" y="12"/>
                      <a:pt x="668" y="0"/>
                      <a:pt x="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277494" y="-844323"/>
                <a:ext cx="67118" cy="48582"/>
              </a:xfrm>
              <a:custGeom>
                <a:avLst/>
                <a:gdLst/>
                <a:ahLst/>
                <a:cxnLst/>
                <a:rect l="l" t="t" r="r" b="b"/>
                <a:pathLst>
                  <a:path w="1242" h="899" extrusionOk="0">
                    <a:moveTo>
                      <a:pt x="606" y="1"/>
                    </a:moveTo>
                    <a:cubicBezTo>
                      <a:pt x="244" y="1"/>
                      <a:pt x="0" y="465"/>
                      <a:pt x="295" y="766"/>
                    </a:cubicBezTo>
                    <a:cubicBezTo>
                      <a:pt x="380" y="852"/>
                      <a:pt x="497" y="898"/>
                      <a:pt x="613" y="898"/>
                    </a:cubicBezTo>
                    <a:cubicBezTo>
                      <a:pt x="1102" y="898"/>
                      <a:pt x="1241" y="223"/>
                      <a:pt x="784" y="37"/>
                    </a:cubicBezTo>
                    <a:cubicBezTo>
                      <a:pt x="723" y="12"/>
                      <a:pt x="663"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96064" y="136722"/>
                <a:ext cx="67064" cy="48582"/>
              </a:xfrm>
              <a:custGeom>
                <a:avLst/>
                <a:gdLst/>
                <a:ahLst/>
                <a:cxnLst/>
                <a:rect l="l" t="t" r="r" b="b"/>
                <a:pathLst>
                  <a:path w="1241" h="899" extrusionOk="0">
                    <a:moveTo>
                      <a:pt x="605" y="1"/>
                    </a:moveTo>
                    <a:cubicBezTo>
                      <a:pt x="243" y="1"/>
                      <a:pt x="0" y="465"/>
                      <a:pt x="302" y="766"/>
                    </a:cubicBezTo>
                    <a:cubicBezTo>
                      <a:pt x="380" y="852"/>
                      <a:pt x="496" y="898"/>
                      <a:pt x="620" y="898"/>
                    </a:cubicBezTo>
                    <a:cubicBezTo>
                      <a:pt x="1109" y="898"/>
                      <a:pt x="1240" y="223"/>
                      <a:pt x="783" y="37"/>
                    </a:cubicBezTo>
                    <a:cubicBezTo>
                      <a:pt x="722" y="12"/>
                      <a:pt x="662" y="1"/>
                      <a:pt x="6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909532" y="-476363"/>
                <a:ext cx="67118" cy="48528"/>
              </a:xfrm>
              <a:custGeom>
                <a:avLst/>
                <a:gdLst/>
                <a:ahLst/>
                <a:cxnLst/>
                <a:rect l="l" t="t" r="r" b="b"/>
                <a:pathLst>
                  <a:path w="1242" h="898" extrusionOk="0">
                    <a:moveTo>
                      <a:pt x="606" y="0"/>
                    </a:moveTo>
                    <a:cubicBezTo>
                      <a:pt x="244" y="0"/>
                      <a:pt x="0" y="464"/>
                      <a:pt x="295" y="766"/>
                    </a:cubicBezTo>
                    <a:cubicBezTo>
                      <a:pt x="381" y="851"/>
                      <a:pt x="497" y="898"/>
                      <a:pt x="613" y="898"/>
                    </a:cubicBezTo>
                    <a:cubicBezTo>
                      <a:pt x="1102" y="898"/>
                      <a:pt x="1241" y="223"/>
                      <a:pt x="784" y="37"/>
                    </a:cubicBezTo>
                    <a:cubicBezTo>
                      <a:pt x="723" y="12"/>
                      <a:pt x="663" y="0"/>
                      <a:pt x="6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154714" y="-721922"/>
                <a:ext cx="67064" cy="48528"/>
              </a:xfrm>
              <a:custGeom>
                <a:avLst/>
                <a:gdLst/>
                <a:ahLst/>
                <a:cxnLst/>
                <a:rect l="l" t="t" r="r" b="b"/>
                <a:pathLst>
                  <a:path w="1241" h="898" extrusionOk="0">
                    <a:moveTo>
                      <a:pt x="613" y="0"/>
                    </a:moveTo>
                    <a:cubicBezTo>
                      <a:pt x="245" y="0"/>
                      <a:pt x="0" y="471"/>
                      <a:pt x="303" y="773"/>
                    </a:cubicBezTo>
                    <a:cubicBezTo>
                      <a:pt x="388" y="851"/>
                      <a:pt x="496" y="898"/>
                      <a:pt x="621" y="898"/>
                    </a:cubicBezTo>
                    <a:cubicBezTo>
                      <a:pt x="1109" y="898"/>
                      <a:pt x="1241" y="223"/>
                      <a:pt x="791" y="37"/>
                    </a:cubicBezTo>
                    <a:cubicBezTo>
                      <a:pt x="730" y="12"/>
                      <a:pt x="670"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031934" y="-599143"/>
                <a:ext cx="67496" cy="48528"/>
              </a:xfrm>
              <a:custGeom>
                <a:avLst/>
                <a:gdLst/>
                <a:ahLst/>
                <a:cxnLst/>
                <a:rect l="l" t="t" r="r" b="b"/>
                <a:pathLst>
                  <a:path w="1249" h="898" extrusionOk="0">
                    <a:moveTo>
                      <a:pt x="613" y="0"/>
                    </a:moveTo>
                    <a:cubicBezTo>
                      <a:pt x="250" y="0"/>
                      <a:pt x="1" y="464"/>
                      <a:pt x="302" y="766"/>
                    </a:cubicBezTo>
                    <a:cubicBezTo>
                      <a:pt x="388" y="851"/>
                      <a:pt x="504" y="898"/>
                      <a:pt x="620" y="898"/>
                    </a:cubicBezTo>
                    <a:cubicBezTo>
                      <a:pt x="1109" y="898"/>
                      <a:pt x="1249" y="223"/>
                      <a:pt x="791" y="37"/>
                    </a:cubicBezTo>
                    <a:cubicBezTo>
                      <a:pt x="730" y="12"/>
                      <a:pt x="670"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786752" y="-353962"/>
                <a:ext cx="67118" cy="48528"/>
              </a:xfrm>
              <a:custGeom>
                <a:avLst/>
                <a:gdLst/>
                <a:ahLst/>
                <a:cxnLst/>
                <a:rect l="l" t="t" r="r" b="b"/>
                <a:pathLst>
                  <a:path w="1242" h="898" extrusionOk="0">
                    <a:moveTo>
                      <a:pt x="613" y="0"/>
                    </a:moveTo>
                    <a:cubicBezTo>
                      <a:pt x="245" y="0"/>
                      <a:pt x="1" y="471"/>
                      <a:pt x="303" y="773"/>
                    </a:cubicBezTo>
                    <a:cubicBezTo>
                      <a:pt x="388" y="851"/>
                      <a:pt x="497" y="897"/>
                      <a:pt x="621" y="897"/>
                    </a:cubicBezTo>
                    <a:cubicBezTo>
                      <a:pt x="1109" y="897"/>
                      <a:pt x="1241" y="223"/>
                      <a:pt x="791" y="36"/>
                    </a:cubicBezTo>
                    <a:cubicBezTo>
                      <a:pt x="730" y="11"/>
                      <a:pt x="670"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64026" y="-231237"/>
                <a:ext cx="67442" cy="48582"/>
              </a:xfrm>
              <a:custGeom>
                <a:avLst/>
                <a:gdLst/>
                <a:ahLst/>
                <a:cxnLst/>
                <a:rect l="l" t="t" r="r" b="b"/>
                <a:pathLst>
                  <a:path w="1248" h="899" extrusionOk="0">
                    <a:moveTo>
                      <a:pt x="613" y="1"/>
                    </a:moveTo>
                    <a:cubicBezTo>
                      <a:pt x="249" y="1"/>
                      <a:pt x="0" y="465"/>
                      <a:pt x="302" y="767"/>
                    </a:cubicBezTo>
                    <a:cubicBezTo>
                      <a:pt x="387" y="852"/>
                      <a:pt x="503" y="898"/>
                      <a:pt x="620" y="898"/>
                    </a:cubicBezTo>
                    <a:cubicBezTo>
                      <a:pt x="1108" y="898"/>
                      <a:pt x="1248" y="224"/>
                      <a:pt x="790" y="38"/>
                    </a:cubicBezTo>
                    <a:cubicBezTo>
                      <a:pt x="729" y="12"/>
                      <a:pt x="670" y="1"/>
                      <a:pt x="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541624" y="-108836"/>
                <a:ext cx="67064" cy="48960"/>
              </a:xfrm>
              <a:custGeom>
                <a:avLst/>
                <a:gdLst/>
                <a:ahLst/>
                <a:cxnLst/>
                <a:rect l="l" t="t" r="r" b="b"/>
                <a:pathLst>
                  <a:path w="1241" h="906" extrusionOk="0">
                    <a:moveTo>
                      <a:pt x="613" y="1"/>
                    </a:moveTo>
                    <a:cubicBezTo>
                      <a:pt x="245" y="1"/>
                      <a:pt x="0" y="472"/>
                      <a:pt x="302" y="774"/>
                    </a:cubicBezTo>
                    <a:cubicBezTo>
                      <a:pt x="380" y="859"/>
                      <a:pt x="496" y="906"/>
                      <a:pt x="613" y="906"/>
                    </a:cubicBezTo>
                    <a:cubicBezTo>
                      <a:pt x="1109" y="906"/>
                      <a:pt x="1241" y="231"/>
                      <a:pt x="791" y="37"/>
                    </a:cubicBezTo>
                    <a:cubicBezTo>
                      <a:pt x="730" y="12"/>
                      <a:pt x="670" y="1"/>
                      <a:pt x="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182471" y="259501"/>
                <a:ext cx="48636" cy="48582"/>
              </a:xfrm>
              <a:custGeom>
                <a:avLst/>
                <a:gdLst/>
                <a:ahLst/>
                <a:cxnLst/>
                <a:rect l="l" t="t" r="r" b="b"/>
                <a:pathLst>
                  <a:path w="900" h="899" extrusionOk="0">
                    <a:moveTo>
                      <a:pt x="454" y="1"/>
                    </a:moveTo>
                    <a:cubicBezTo>
                      <a:pt x="425" y="1"/>
                      <a:pt x="396" y="3"/>
                      <a:pt x="365" y="6"/>
                    </a:cubicBezTo>
                    <a:cubicBezTo>
                      <a:pt x="334" y="14"/>
                      <a:pt x="310" y="22"/>
                      <a:pt x="279" y="37"/>
                    </a:cubicBezTo>
                    <a:cubicBezTo>
                      <a:pt x="256" y="45"/>
                      <a:pt x="225" y="61"/>
                      <a:pt x="202" y="76"/>
                    </a:cubicBezTo>
                    <a:cubicBezTo>
                      <a:pt x="178" y="92"/>
                      <a:pt x="155" y="107"/>
                      <a:pt x="140" y="131"/>
                    </a:cubicBezTo>
                    <a:cubicBezTo>
                      <a:pt x="116" y="154"/>
                      <a:pt x="93" y="177"/>
                      <a:pt x="78" y="200"/>
                    </a:cubicBezTo>
                    <a:cubicBezTo>
                      <a:pt x="62" y="224"/>
                      <a:pt x="47" y="247"/>
                      <a:pt x="39" y="278"/>
                    </a:cubicBezTo>
                    <a:cubicBezTo>
                      <a:pt x="31" y="301"/>
                      <a:pt x="23" y="332"/>
                      <a:pt x="16" y="363"/>
                    </a:cubicBezTo>
                    <a:cubicBezTo>
                      <a:pt x="0" y="417"/>
                      <a:pt x="0" y="479"/>
                      <a:pt x="16" y="534"/>
                    </a:cubicBezTo>
                    <a:cubicBezTo>
                      <a:pt x="23" y="565"/>
                      <a:pt x="31" y="596"/>
                      <a:pt x="39" y="619"/>
                    </a:cubicBezTo>
                    <a:cubicBezTo>
                      <a:pt x="47" y="642"/>
                      <a:pt x="62" y="673"/>
                      <a:pt x="78" y="697"/>
                    </a:cubicBezTo>
                    <a:cubicBezTo>
                      <a:pt x="93" y="720"/>
                      <a:pt x="116" y="743"/>
                      <a:pt x="140" y="766"/>
                    </a:cubicBezTo>
                    <a:cubicBezTo>
                      <a:pt x="217" y="852"/>
                      <a:pt x="334" y="898"/>
                      <a:pt x="450" y="898"/>
                    </a:cubicBezTo>
                    <a:cubicBezTo>
                      <a:pt x="481" y="898"/>
                      <a:pt x="512" y="890"/>
                      <a:pt x="543" y="890"/>
                    </a:cubicBezTo>
                    <a:cubicBezTo>
                      <a:pt x="566" y="883"/>
                      <a:pt x="597" y="875"/>
                      <a:pt x="628" y="859"/>
                    </a:cubicBezTo>
                    <a:cubicBezTo>
                      <a:pt x="652" y="852"/>
                      <a:pt x="675" y="836"/>
                      <a:pt x="706" y="821"/>
                    </a:cubicBezTo>
                    <a:cubicBezTo>
                      <a:pt x="729" y="805"/>
                      <a:pt x="752" y="782"/>
                      <a:pt x="768" y="766"/>
                    </a:cubicBezTo>
                    <a:cubicBezTo>
                      <a:pt x="791" y="743"/>
                      <a:pt x="807" y="720"/>
                      <a:pt x="822" y="697"/>
                    </a:cubicBezTo>
                    <a:cubicBezTo>
                      <a:pt x="838" y="673"/>
                      <a:pt x="853" y="642"/>
                      <a:pt x="869" y="619"/>
                    </a:cubicBezTo>
                    <a:cubicBezTo>
                      <a:pt x="876" y="596"/>
                      <a:pt x="884" y="565"/>
                      <a:pt x="892" y="534"/>
                    </a:cubicBezTo>
                    <a:cubicBezTo>
                      <a:pt x="900" y="479"/>
                      <a:pt x="900" y="417"/>
                      <a:pt x="892" y="363"/>
                    </a:cubicBezTo>
                    <a:cubicBezTo>
                      <a:pt x="884" y="332"/>
                      <a:pt x="876" y="301"/>
                      <a:pt x="869" y="278"/>
                    </a:cubicBezTo>
                    <a:cubicBezTo>
                      <a:pt x="853" y="247"/>
                      <a:pt x="838" y="224"/>
                      <a:pt x="822" y="200"/>
                    </a:cubicBezTo>
                    <a:cubicBezTo>
                      <a:pt x="807" y="177"/>
                      <a:pt x="791" y="154"/>
                      <a:pt x="768" y="131"/>
                    </a:cubicBezTo>
                    <a:cubicBezTo>
                      <a:pt x="752" y="107"/>
                      <a:pt x="729" y="92"/>
                      <a:pt x="706" y="76"/>
                    </a:cubicBezTo>
                    <a:cubicBezTo>
                      <a:pt x="675" y="61"/>
                      <a:pt x="652" y="45"/>
                      <a:pt x="628" y="37"/>
                    </a:cubicBezTo>
                    <a:cubicBezTo>
                      <a:pt x="597" y="22"/>
                      <a:pt x="566" y="14"/>
                      <a:pt x="543" y="6"/>
                    </a:cubicBezTo>
                    <a:cubicBezTo>
                      <a:pt x="512" y="3"/>
                      <a:pt x="483" y="1"/>
                      <a:pt x="4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8;p2"/>
            <p:cNvGrpSpPr/>
            <p:nvPr/>
          </p:nvGrpSpPr>
          <p:grpSpPr>
            <a:xfrm>
              <a:off x="1005462" y="33090"/>
              <a:ext cx="743488" cy="602656"/>
              <a:chOff x="1005462" y="33090"/>
              <a:chExt cx="743488" cy="602656"/>
            </a:xfrm>
          </p:grpSpPr>
          <p:sp>
            <p:nvSpPr>
              <p:cNvPr id="29" name="Google Shape;29;p2"/>
              <p:cNvSpPr/>
              <p:nvPr/>
            </p:nvSpPr>
            <p:spPr>
              <a:xfrm>
                <a:off x="1005462" y="603862"/>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100573" y="508697"/>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195739" y="413586"/>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290850" y="318476"/>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385961" y="223311"/>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481126" y="128200"/>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576238" y="33090"/>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2"/>
            <p:cNvGrpSpPr/>
            <p:nvPr/>
          </p:nvGrpSpPr>
          <p:grpSpPr>
            <a:xfrm>
              <a:off x="61199" y="486920"/>
              <a:ext cx="269497" cy="230589"/>
              <a:chOff x="-245801" y="266720"/>
              <a:chExt cx="269497" cy="230589"/>
            </a:xfrm>
          </p:grpSpPr>
          <p:sp>
            <p:nvSpPr>
              <p:cNvPr id="37" name="Google Shape;37;p2"/>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 name="Google Shape;39;p2"/>
          <p:cNvGrpSpPr/>
          <p:nvPr/>
        </p:nvGrpSpPr>
        <p:grpSpPr>
          <a:xfrm>
            <a:off x="-623738" y="4268450"/>
            <a:ext cx="2110334" cy="1929540"/>
            <a:chOff x="-623738" y="4268450"/>
            <a:chExt cx="2110334" cy="1929540"/>
          </a:xfrm>
        </p:grpSpPr>
        <p:sp>
          <p:nvSpPr>
            <p:cNvPr id="40" name="Google Shape;40;p2"/>
            <p:cNvSpPr/>
            <p:nvPr/>
          </p:nvSpPr>
          <p:spPr>
            <a:xfrm>
              <a:off x="-623738" y="4268450"/>
              <a:ext cx="1727427" cy="1929540"/>
            </a:xfrm>
            <a:custGeom>
              <a:avLst/>
              <a:gdLst/>
              <a:ahLst/>
              <a:cxnLst/>
              <a:rect l="l" t="t" r="r" b="b"/>
              <a:pathLst>
                <a:path w="30555" h="34130" extrusionOk="0">
                  <a:moveTo>
                    <a:pt x="29779" y="0"/>
                  </a:moveTo>
                  <a:cubicBezTo>
                    <a:pt x="29221" y="0"/>
                    <a:pt x="28911" y="636"/>
                    <a:pt x="29252" y="1071"/>
                  </a:cubicBezTo>
                  <a:lnTo>
                    <a:pt x="26251" y="4080"/>
                  </a:lnTo>
                  <a:cubicBezTo>
                    <a:pt x="26235" y="4095"/>
                    <a:pt x="26227" y="4118"/>
                    <a:pt x="26227" y="4134"/>
                  </a:cubicBezTo>
                  <a:lnTo>
                    <a:pt x="26227" y="7794"/>
                  </a:lnTo>
                  <a:lnTo>
                    <a:pt x="21272" y="12742"/>
                  </a:lnTo>
                  <a:lnTo>
                    <a:pt x="20528" y="12718"/>
                  </a:lnTo>
                  <a:lnTo>
                    <a:pt x="17720" y="15526"/>
                  </a:lnTo>
                  <a:lnTo>
                    <a:pt x="17744" y="16270"/>
                  </a:lnTo>
                  <a:lnTo>
                    <a:pt x="32" y="33990"/>
                  </a:lnTo>
                  <a:cubicBezTo>
                    <a:pt x="1" y="34021"/>
                    <a:pt x="1" y="34075"/>
                    <a:pt x="32" y="34106"/>
                  </a:cubicBezTo>
                  <a:cubicBezTo>
                    <a:pt x="47" y="34122"/>
                    <a:pt x="70" y="34129"/>
                    <a:pt x="86" y="34129"/>
                  </a:cubicBezTo>
                  <a:cubicBezTo>
                    <a:pt x="109" y="34129"/>
                    <a:pt x="133" y="34122"/>
                    <a:pt x="148" y="34106"/>
                  </a:cubicBezTo>
                  <a:lnTo>
                    <a:pt x="26367" y="7887"/>
                  </a:lnTo>
                  <a:cubicBezTo>
                    <a:pt x="26382" y="7872"/>
                    <a:pt x="26390" y="7848"/>
                    <a:pt x="26390" y="7825"/>
                  </a:cubicBezTo>
                  <a:lnTo>
                    <a:pt x="26390" y="4165"/>
                  </a:lnTo>
                  <a:lnTo>
                    <a:pt x="29368" y="1187"/>
                  </a:lnTo>
                  <a:cubicBezTo>
                    <a:pt x="29490" y="1283"/>
                    <a:pt x="29633" y="1327"/>
                    <a:pt x="29774" y="1327"/>
                  </a:cubicBezTo>
                  <a:cubicBezTo>
                    <a:pt x="30046" y="1327"/>
                    <a:pt x="30310" y="1162"/>
                    <a:pt x="30407" y="877"/>
                  </a:cubicBezTo>
                  <a:cubicBezTo>
                    <a:pt x="30555" y="450"/>
                    <a:pt x="30229" y="0"/>
                    <a:pt x="297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63570" y="4401603"/>
              <a:ext cx="723026" cy="722574"/>
            </a:xfrm>
            <a:custGeom>
              <a:avLst/>
              <a:gdLst/>
              <a:ahLst/>
              <a:cxnLst/>
              <a:rect l="l" t="t" r="r" b="b"/>
              <a:pathLst>
                <a:path w="12789" h="12781" extrusionOk="0">
                  <a:moveTo>
                    <a:pt x="12696" y="1"/>
                  </a:moveTo>
                  <a:cubicBezTo>
                    <a:pt x="12676" y="1"/>
                    <a:pt x="12656" y="9"/>
                    <a:pt x="12641" y="24"/>
                  </a:cubicBezTo>
                  <a:lnTo>
                    <a:pt x="32" y="12641"/>
                  </a:lnTo>
                  <a:cubicBezTo>
                    <a:pt x="1" y="12672"/>
                    <a:pt x="1" y="12719"/>
                    <a:pt x="32" y="12758"/>
                  </a:cubicBezTo>
                  <a:cubicBezTo>
                    <a:pt x="47" y="12773"/>
                    <a:pt x="63" y="12781"/>
                    <a:pt x="86" y="12781"/>
                  </a:cubicBezTo>
                  <a:cubicBezTo>
                    <a:pt x="109" y="12781"/>
                    <a:pt x="132" y="12773"/>
                    <a:pt x="140" y="12758"/>
                  </a:cubicBezTo>
                  <a:lnTo>
                    <a:pt x="12757" y="141"/>
                  </a:lnTo>
                  <a:cubicBezTo>
                    <a:pt x="12788" y="110"/>
                    <a:pt x="12788" y="55"/>
                    <a:pt x="12757" y="24"/>
                  </a:cubicBezTo>
                  <a:cubicBezTo>
                    <a:pt x="12738" y="9"/>
                    <a:pt x="12717" y="1"/>
                    <a:pt x="12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2"/>
            <p:cNvGrpSpPr/>
            <p:nvPr/>
          </p:nvGrpSpPr>
          <p:grpSpPr>
            <a:xfrm>
              <a:off x="-220625" y="4570231"/>
              <a:ext cx="921187" cy="920619"/>
              <a:chOff x="3429875" y="1645831"/>
              <a:chExt cx="921187" cy="920619"/>
            </a:xfrm>
          </p:grpSpPr>
          <p:sp>
            <p:nvSpPr>
              <p:cNvPr id="43" name="Google Shape;43;p2"/>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 name="Google Shape;51;p2"/>
          <p:cNvGrpSpPr/>
          <p:nvPr/>
        </p:nvGrpSpPr>
        <p:grpSpPr>
          <a:xfrm>
            <a:off x="6974300" y="3448172"/>
            <a:ext cx="2136638" cy="2420831"/>
            <a:chOff x="6974300" y="3448172"/>
            <a:chExt cx="2136638" cy="2420831"/>
          </a:xfrm>
        </p:grpSpPr>
        <p:sp>
          <p:nvSpPr>
            <p:cNvPr id="52" name="Google Shape;52;p2"/>
            <p:cNvSpPr/>
            <p:nvPr/>
          </p:nvSpPr>
          <p:spPr>
            <a:xfrm>
              <a:off x="7847645" y="3448172"/>
              <a:ext cx="1263293" cy="1576725"/>
            </a:xfrm>
            <a:custGeom>
              <a:avLst/>
              <a:gdLst/>
              <a:ahLst/>
              <a:cxnLst/>
              <a:rect l="l" t="t" r="r" b="b"/>
              <a:pathLst>
                <a:path w="23377" h="29177" extrusionOk="0">
                  <a:moveTo>
                    <a:pt x="23291" y="1"/>
                  </a:moveTo>
                  <a:cubicBezTo>
                    <a:pt x="23271" y="1"/>
                    <a:pt x="23252" y="7"/>
                    <a:pt x="23237" y="18"/>
                  </a:cubicBezTo>
                  <a:lnTo>
                    <a:pt x="11372" y="11883"/>
                  </a:lnTo>
                  <a:lnTo>
                    <a:pt x="10635" y="11852"/>
                  </a:lnTo>
                  <a:lnTo>
                    <a:pt x="7828" y="14667"/>
                  </a:lnTo>
                  <a:lnTo>
                    <a:pt x="7851" y="15404"/>
                  </a:lnTo>
                  <a:lnTo>
                    <a:pt x="7114" y="16141"/>
                  </a:lnTo>
                  <a:cubicBezTo>
                    <a:pt x="7099" y="16156"/>
                    <a:pt x="7091" y="16179"/>
                    <a:pt x="7091" y="16203"/>
                  </a:cubicBezTo>
                  <a:lnTo>
                    <a:pt x="7091" y="22236"/>
                  </a:lnTo>
                  <a:lnTo>
                    <a:pt x="1345" y="27982"/>
                  </a:lnTo>
                  <a:cubicBezTo>
                    <a:pt x="1209" y="27875"/>
                    <a:pt x="1067" y="27829"/>
                    <a:pt x="932" y="27829"/>
                  </a:cubicBezTo>
                  <a:cubicBezTo>
                    <a:pt x="412" y="27829"/>
                    <a:pt x="1" y="28507"/>
                    <a:pt x="469" y="28975"/>
                  </a:cubicBezTo>
                  <a:cubicBezTo>
                    <a:pt x="610" y="29116"/>
                    <a:pt x="772" y="29176"/>
                    <a:pt x="928" y="29176"/>
                  </a:cubicBezTo>
                  <a:cubicBezTo>
                    <a:pt x="1414" y="29176"/>
                    <a:pt x="1848" y="28597"/>
                    <a:pt x="1461" y="28099"/>
                  </a:cubicBezTo>
                  <a:lnTo>
                    <a:pt x="7231" y="22329"/>
                  </a:lnTo>
                  <a:cubicBezTo>
                    <a:pt x="7246" y="22313"/>
                    <a:pt x="7254" y="22290"/>
                    <a:pt x="7254" y="22267"/>
                  </a:cubicBezTo>
                  <a:lnTo>
                    <a:pt x="7254" y="16226"/>
                  </a:lnTo>
                  <a:lnTo>
                    <a:pt x="23345" y="135"/>
                  </a:lnTo>
                  <a:cubicBezTo>
                    <a:pt x="23376" y="104"/>
                    <a:pt x="23376" y="49"/>
                    <a:pt x="23345" y="18"/>
                  </a:cubicBezTo>
                  <a:cubicBezTo>
                    <a:pt x="23330" y="7"/>
                    <a:pt x="23310" y="1"/>
                    <a:pt x="232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340215" y="4337362"/>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8106269" y="4453030"/>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974300" y="3939449"/>
              <a:ext cx="1595777" cy="1929553"/>
            </a:xfrm>
            <a:custGeom>
              <a:avLst/>
              <a:gdLst/>
              <a:ahLst/>
              <a:cxnLst/>
              <a:rect l="l" t="t" r="r" b="b"/>
              <a:pathLst>
                <a:path w="31478" h="38062" extrusionOk="0">
                  <a:moveTo>
                    <a:pt x="30702" y="1"/>
                  </a:moveTo>
                  <a:cubicBezTo>
                    <a:pt x="30151" y="1"/>
                    <a:pt x="29841" y="637"/>
                    <a:pt x="30174" y="1071"/>
                  </a:cubicBezTo>
                  <a:lnTo>
                    <a:pt x="24413" y="6840"/>
                  </a:lnTo>
                  <a:cubicBezTo>
                    <a:pt x="24397" y="6856"/>
                    <a:pt x="24389" y="6872"/>
                    <a:pt x="24389" y="6895"/>
                  </a:cubicBezTo>
                  <a:lnTo>
                    <a:pt x="24389" y="12936"/>
                  </a:lnTo>
                  <a:lnTo>
                    <a:pt x="20675" y="16650"/>
                  </a:lnTo>
                  <a:lnTo>
                    <a:pt x="20535" y="16650"/>
                  </a:lnTo>
                  <a:lnTo>
                    <a:pt x="17728" y="19465"/>
                  </a:lnTo>
                  <a:lnTo>
                    <a:pt x="17736" y="19597"/>
                  </a:lnTo>
                  <a:lnTo>
                    <a:pt x="16689" y="20636"/>
                  </a:lnTo>
                  <a:cubicBezTo>
                    <a:pt x="16642" y="20691"/>
                    <a:pt x="16673" y="20776"/>
                    <a:pt x="16751" y="20776"/>
                  </a:cubicBezTo>
                  <a:cubicBezTo>
                    <a:pt x="16766" y="20776"/>
                    <a:pt x="16790" y="20768"/>
                    <a:pt x="16805" y="20753"/>
                  </a:cubicBezTo>
                  <a:lnTo>
                    <a:pt x="17736" y="19822"/>
                  </a:lnTo>
                  <a:lnTo>
                    <a:pt x="17751" y="20210"/>
                  </a:lnTo>
                  <a:lnTo>
                    <a:pt x="32" y="37922"/>
                  </a:lnTo>
                  <a:cubicBezTo>
                    <a:pt x="1" y="37953"/>
                    <a:pt x="1" y="38007"/>
                    <a:pt x="32" y="38038"/>
                  </a:cubicBezTo>
                  <a:cubicBezTo>
                    <a:pt x="47" y="38054"/>
                    <a:pt x="70" y="38061"/>
                    <a:pt x="94" y="38061"/>
                  </a:cubicBezTo>
                  <a:cubicBezTo>
                    <a:pt x="117" y="38061"/>
                    <a:pt x="132" y="38054"/>
                    <a:pt x="148" y="38038"/>
                  </a:cubicBezTo>
                  <a:lnTo>
                    <a:pt x="26375" y="11819"/>
                  </a:lnTo>
                  <a:cubicBezTo>
                    <a:pt x="26390" y="11804"/>
                    <a:pt x="26398" y="11780"/>
                    <a:pt x="26398" y="11757"/>
                  </a:cubicBezTo>
                  <a:lnTo>
                    <a:pt x="26398" y="8097"/>
                  </a:lnTo>
                  <a:lnTo>
                    <a:pt x="29376" y="5119"/>
                  </a:lnTo>
                  <a:cubicBezTo>
                    <a:pt x="29512" y="5226"/>
                    <a:pt x="29654" y="5272"/>
                    <a:pt x="29789" y="5272"/>
                  </a:cubicBezTo>
                  <a:cubicBezTo>
                    <a:pt x="30308" y="5272"/>
                    <a:pt x="30720" y="4594"/>
                    <a:pt x="30252" y="4126"/>
                  </a:cubicBezTo>
                  <a:cubicBezTo>
                    <a:pt x="30108" y="3982"/>
                    <a:pt x="29944" y="3922"/>
                    <a:pt x="29787" y="3922"/>
                  </a:cubicBezTo>
                  <a:cubicBezTo>
                    <a:pt x="29298" y="3922"/>
                    <a:pt x="28867" y="4504"/>
                    <a:pt x="29259" y="5003"/>
                  </a:cubicBezTo>
                  <a:lnTo>
                    <a:pt x="26251" y="8011"/>
                  </a:lnTo>
                  <a:cubicBezTo>
                    <a:pt x="26235" y="8027"/>
                    <a:pt x="26227" y="8042"/>
                    <a:pt x="26227" y="8066"/>
                  </a:cubicBezTo>
                  <a:lnTo>
                    <a:pt x="26227" y="11726"/>
                  </a:lnTo>
                  <a:lnTo>
                    <a:pt x="21280" y="16674"/>
                  </a:lnTo>
                  <a:lnTo>
                    <a:pt x="20892" y="16658"/>
                  </a:lnTo>
                  <a:lnTo>
                    <a:pt x="24521" y="13029"/>
                  </a:lnTo>
                  <a:cubicBezTo>
                    <a:pt x="24537" y="13013"/>
                    <a:pt x="24544" y="12990"/>
                    <a:pt x="24552" y="12975"/>
                  </a:cubicBezTo>
                  <a:lnTo>
                    <a:pt x="24552" y="6934"/>
                  </a:lnTo>
                  <a:lnTo>
                    <a:pt x="30291" y="1187"/>
                  </a:lnTo>
                  <a:cubicBezTo>
                    <a:pt x="30416" y="1283"/>
                    <a:pt x="30559" y="1327"/>
                    <a:pt x="30701" y="1327"/>
                  </a:cubicBezTo>
                  <a:cubicBezTo>
                    <a:pt x="30972" y="1327"/>
                    <a:pt x="31233" y="1163"/>
                    <a:pt x="31330" y="877"/>
                  </a:cubicBezTo>
                  <a:cubicBezTo>
                    <a:pt x="31477" y="443"/>
                    <a:pt x="31159" y="1"/>
                    <a:pt x="30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2"/>
            <p:cNvGrpSpPr/>
            <p:nvPr/>
          </p:nvGrpSpPr>
          <p:grpSpPr>
            <a:xfrm>
              <a:off x="7020074" y="4660470"/>
              <a:ext cx="269497" cy="230589"/>
              <a:chOff x="-245801" y="266720"/>
              <a:chExt cx="269497" cy="230589"/>
            </a:xfrm>
          </p:grpSpPr>
          <p:sp>
            <p:nvSpPr>
              <p:cNvPr id="57" name="Google Shape;57;p2"/>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 name="Google Shape;59;p2"/>
          <p:cNvGrpSpPr/>
          <p:nvPr/>
        </p:nvGrpSpPr>
        <p:grpSpPr>
          <a:xfrm>
            <a:off x="5451525" y="-113896"/>
            <a:ext cx="1208950" cy="1034520"/>
            <a:chOff x="5451525" y="-113896"/>
            <a:chExt cx="1208950" cy="1034520"/>
          </a:xfrm>
        </p:grpSpPr>
        <p:sp>
          <p:nvSpPr>
            <p:cNvPr id="60" name="Google Shape;60;p2"/>
            <p:cNvSpPr/>
            <p:nvPr/>
          </p:nvSpPr>
          <p:spPr>
            <a:xfrm>
              <a:off x="5889324" y="-113896"/>
              <a:ext cx="771151" cy="964344"/>
            </a:xfrm>
            <a:custGeom>
              <a:avLst/>
              <a:gdLst/>
              <a:ahLst/>
              <a:cxnLst/>
              <a:rect l="l" t="t" r="r" b="b"/>
              <a:pathLst>
                <a:path w="14270" h="17845" extrusionOk="0">
                  <a:moveTo>
                    <a:pt x="14184" y="1"/>
                  </a:moveTo>
                  <a:cubicBezTo>
                    <a:pt x="14165" y="1"/>
                    <a:pt x="14146" y="9"/>
                    <a:pt x="14130" y="24"/>
                  </a:cubicBezTo>
                  <a:lnTo>
                    <a:pt x="4188" y="9958"/>
                  </a:lnTo>
                  <a:cubicBezTo>
                    <a:pt x="4173" y="9973"/>
                    <a:pt x="4165" y="9997"/>
                    <a:pt x="4165" y="10020"/>
                  </a:cubicBezTo>
                  <a:lnTo>
                    <a:pt x="4165" y="13680"/>
                  </a:lnTo>
                  <a:lnTo>
                    <a:pt x="1187" y="16658"/>
                  </a:lnTo>
                  <a:cubicBezTo>
                    <a:pt x="1065" y="16560"/>
                    <a:pt x="921" y="16514"/>
                    <a:pt x="780" y="16514"/>
                  </a:cubicBezTo>
                  <a:cubicBezTo>
                    <a:pt x="509" y="16514"/>
                    <a:pt x="245" y="16680"/>
                    <a:pt x="148" y="16961"/>
                  </a:cubicBezTo>
                  <a:cubicBezTo>
                    <a:pt x="1" y="17395"/>
                    <a:pt x="327" y="17845"/>
                    <a:pt x="776" y="17845"/>
                  </a:cubicBezTo>
                  <a:cubicBezTo>
                    <a:pt x="1335" y="17845"/>
                    <a:pt x="1645" y="17209"/>
                    <a:pt x="1304" y="16774"/>
                  </a:cubicBezTo>
                  <a:lnTo>
                    <a:pt x="4305" y="13766"/>
                  </a:lnTo>
                  <a:cubicBezTo>
                    <a:pt x="4320" y="13750"/>
                    <a:pt x="4328" y="13735"/>
                    <a:pt x="4336" y="13711"/>
                  </a:cubicBezTo>
                  <a:lnTo>
                    <a:pt x="4336" y="10051"/>
                  </a:lnTo>
                  <a:lnTo>
                    <a:pt x="14239" y="140"/>
                  </a:lnTo>
                  <a:cubicBezTo>
                    <a:pt x="14270" y="109"/>
                    <a:pt x="14270" y="55"/>
                    <a:pt x="14239" y="24"/>
                  </a:cubicBezTo>
                  <a:cubicBezTo>
                    <a:pt x="14223" y="9"/>
                    <a:pt x="14204" y="1"/>
                    <a:pt x="1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2"/>
            <p:cNvGrpSpPr/>
            <p:nvPr/>
          </p:nvGrpSpPr>
          <p:grpSpPr>
            <a:xfrm>
              <a:off x="5451525" y="6"/>
              <a:ext cx="921187" cy="920619"/>
              <a:chOff x="3429875" y="1645831"/>
              <a:chExt cx="921187" cy="920619"/>
            </a:xfrm>
          </p:grpSpPr>
          <p:sp>
            <p:nvSpPr>
              <p:cNvPr id="62" name="Google Shape;62;p2"/>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3"/>
          <p:cNvSpPr txBox="1">
            <a:spLocks noGrp="1"/>
          </p:cNvSpPr>
          <p:nvPr>
            <p:ph type="title"/>
          </p:nvPr>
        </p:nvSpPr>
        <p:spPr>
          <a:xfrm>
            <a:off x="1640000" y="2554200"/>
            <a:ext cx="58641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2" name="Google Shape;72;p3"/>
          <p:cNvSpPr txBox="1">
            <a:spLocks noGrp="1"/>
          </p:cNvSpPr>
          <p:nvPr>
            <p:ph type="title" idx="2" hasCustomPrompt="1"/>
          </p:nvPr>
        </p:nvSpPr>
        <p:spPr>
          <a:xfrm>
            <a:off x="3960300" y="1149000"/>
            <a:ext cx="1223100" cy="1223100"/>
          </a:xfrm>
          <a:prstGeom prst="rect">
            <a:avLst/>
          </a:prstGeom>
          <a:solidFill>
            <a:schemeClr val="accent2"/>
          </a:solidFill>
          <a:ln>
            <a:noFill/>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lt1"/>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73" name="Google Shape;73;p3"/>
          <p:cNvSpPr txBox="1">
            <a:spLocks noGrp="1"/>
          </p:cNvSpPr>
          <p:nvPr>
            <p:ph type="subTitle" idx="1"/>
          </p:nvPr>
        </p:nvSpPr>
        <p:spPr>
          <a:xfrm>
            <a:off x="2144550" y="3396000"/>
            <a:ext cx="4854600" cy="5985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1200"/>
              <a:buNone/>
              <a:defRPr sz="1800">
                <a:solidFill>
                  <a:schemeClr val="dk1"/>
                </a:solidFill>
              </a:defRPr>
            </a:lvl1pPr>
            <a:lvl2pPr lvl="1">
              <a:spcBef>
                <a:spcPts val="0"/>
              </a:spcBef>
              <a:spcAft>
                <a:spcPts val="0"/>
              </a:spcAft>
              <a:buClr>
                <a:schemeClr val="dk1"/>
              </a:buClr>
              <a:buSzPts val="1200"/>
              <a:buNone/>
              <a:defRPr>
                <a:solidFill>
                  <a:schemeClr val="dk1"/>
                </a:solidFill>
              </a:defRPr>
            </a:lvl2pPr>
            <a:lvl3pPr lvl="2">
              <a:spcBef>
                <a:spcPts val="0"/>
              </a:spcBef>
              <a:spcAft>
                <a:spcPts val="0"/>
              </a:spcAft>
              <a:buClr>
                <a:schemeClr val="dk1"/>
              </a:buClr>
              <a:buSzPts val="1200"/>
              <a:buNone/>
              <a:defRPr>
                <a:solidFill>
                  <a:schemeClr val="dk1"/>
                </a:solidFill>
              </a:defRPr>
            </a:lvl3pPr>
            <a:lvl4pPr lvl="3">
              <a:spcBef>
                <a:spcPts val="0"/>
              </a:spcBef>
              <a:spcAft>
                <a:spcPts val="0"/>
              </a:spcAft>
              <a:buClr>
                <a:schemeClr val="dk1"/>
              </a:buClr>
              <a:buSzPts val="1200"/>
              <a:buNone/>
              <a:defRPr>
                <a:solidFill>
                  <a:schemeClr val="dk1"/>
                </a:solidFill>
              </a:defRPr>
            </a:lvl4pPr>
            <a:lvl5pPr lvl="4">
              <a:spcBef>
                <a:spcPts val="0"/>
              </a:spcBef>
              <a:spcAft>
                <a:spcPts val="0"/>
              </a:spcAft>
              <a:buClr>
                <a:schemeClr val="dk1"/>
              </a:buClr>
              <a:buSzPts val="1200"/>
              <a:buNone/>
              <a:defRPr>
                <a:solidFill>
                  <a:schemeClr val="dk1"/>
                </a:solidFill>
              </a:defRPr>
            </a:lvl5pPr>
            <a:lvl6pPr lvl="5">
              <a:spcBef>
                <a:spcPts val="0"/>
              </a:spcBef>
              <a:spcAft>
                <a:spcPts val="0"/>
              </a:spcAft>
              <a:buClr>
                <a:schemeClr val="dk1"/>
              </a:buClr>
              <a:buSzPts val="1200"/>
              <a:buNone/>
              <a:defRPr>
                <a:solidFill>
                  <a:schemeClr val="dk1"/>
                </a:solidFill>
              </a:defRPr>
            </a:lvl6pPr>
            <a:lvl7pPr lvl="6">
              <a:spcBef>
                <a:spcPts val="0"/>
              </a:spcBef>
              <a:spcAft>
                <a:spcPts val="0"/>
              </a:spcAft>
              <a:buClr>
                <a:schemeClr val="dk1"/>
              </a:buClr>
              <a:buSzPts val="1200"/>
              <a:buNone/>
              <a:defRPr>
                <a:solidFill>
                  <a:schemeClr val="dk1"/>
                </a:solidFill>
              </a:defRPr>
            </a:lvl7pPr>
            <a:lvl8pPr lvl="7">
              <a:spcBef>
                <a:spcPts val="0"/>
              </a:spcBef>
              <a:spcAft>
                <a:spcPts val="0"/>
              </a:spcAft>
              <a:buClr>
                <a:schemeClr val="dk1"/>
              </a:buClr>
              <a:buSzPts val="1200"/>
              <a:buNone/>
              <a:defRPr>
                <a:solidFill>
                  <a:schemeClr val="dk1"/>
                </a:solidFill>
              </a:defRPr>
            </a:lvl8pPr>
            <a:lvl9pPr lvl="8">
              <a:spcBef>
                <a:spcPts val="0"/>
              </a:spcBef>
              <a:spcAft>
                <a:spcPts val="0"/>
              </a:spcAft>
              <a:buClr>
                <a:schemeClr val="dk1"/>
              </a:buClr>
              <a:buSzPts val="1200"/>
              <a:buNone/>
              <a:defRPr>
                <a:solidFill>
                  <a:schemeClr val="dk1"/>
                </a:solidFill>
              </a:defRPr>
            </a:lvl9pPr>
          </a:lstStyle>
          <a:p>
            <a:endParaRPr/>
          </a:p>
        </p:txBody>
      </p:sp>
      <p:grpSp>
        <p:nvGrpSpPr>
          <p:cNvPr id="74" name="Google Shape;74;p3"/>
          <p:cNvGrpSpPr/>
          <p:nvPr/>
        </p:nvGrpSpPr>
        <p:grpSpPr>
          <a:xfrm>
            <a:off x="7517519" y="2918009"/>
            <a:ext cx="2499397" cy="2480016"/>
            <a:chOff x="7517519" y="2918009"/>
            <a:chExt cx="2499397" cy="2480016"/>
          </a:xfrm>
        </p:grpSpPr>
        <p:sp>
          <p:nvSpPr>
            <p:cNvPr id="75" name="Google Shape;75;p3"/>
            <p:cNvSpPr/>
            <p:nvPr/>
          </p:nvSpPr>
          <p:spPr>
            <a:xfrm>
              <a:off x="8357077" y="2918009"/>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 name="Google Shape;76;p3"/>
            <p:cNvGrpSpPr/>
            <p:nvPr/>
          </p:nvGrpSpPr>
          <p:grpSpPr>
            <a:xfrm>
              <a:off x="8540225" y="4477406"/>
              <a:ext cx="921187" cy="920619"/>
              <a:chOff x="3429875" y="1645831"/>
              <a:chExt cx="921187" cy="920619"/>
            </a:xfrm>
          </p:grpSpPr>
          <p:sp>
            <p:nvSpPr>
              <p:cNvPr id="77" name="Google Shape;77;p3"/>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85;p3"/>
            <p:cNvSpPr/>
            <p:nvPr/>
          </p:nvSpPr>
          <p:spPr>
            <a:xfrm>
              <a:off x="8310165" y="4564287"/>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7517519" y="4564280"/>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 name="Google Shape;87;p3"/>
            <p:cNvGrpSpPr/>
            <p:nvPr/>
          </p:nvGrpSpPr>
          <p:grpSpPr>
            <a:xfrm>
              <a:off x="8061224" y="4842895"/>
              <a:ext cx="269497" cy="230589"/>
              <a:chOff x="-245801" y="266720"/>
              <a:chExt cx="269497" cy="230589"/>
            </a:xfrm>
          </p:grpSpPr>
          <p:sp>
            <p:nvSpPr>
              <p:cNvPr id="88" name="Google Shape;88;p3"/>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0" name="Google Shape;90;p3"/>
          <p:cNvGrpSpPr/>
          <p:nvPr/>
        </p:nvGrpSpPr>
        <p:grpSpPr>
          <a:xfrm rot="10800000">
            <a:off x="-674131" y="9"/>
            <a:ext cx="2499397" cy="2480016"/>
            <a:chOff x="7517519" y="2918009"/>
            <a:chExt cx="2499397" cy="2480016"/>
          </a:xfrm>
        </p:grpSpPr>
        <p:sp>
          <p:nvSpPr>
            <p:cNvPr id="91" name="Google Shape;91;p3"/>
            <p:cNvSpPr/>
            <p:nvPr/>
          </p:nvSpPr>
          <p:spPr>
            <a:xfrm>
              <a:off x="8357077" y="2918009"/>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3"/>
            <p:cNvGrpSpPr/>
            <p:nvPr/>
          </p:nvGrpSpPr>
          <p:grpSpPr>
            <a:xfrm>
              <a:off x="8540225" y="4477406"/>
              <a:ext cx="921187" cy="920619"/>
              <a:chOff x="3429875" y="1645831"/>
              <a:chExt cx="921187" cy="920619"/>
            </a:xfrm>
          </p:grpSpPr>
          <p:sp>
            <p:nvSpPr>
              <p:cNvPr id="93" name="Google Shape;93;p3"/>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3"/>
            <p:cNvSpPr/>
            <p:nvPr/>
          </p:nvSpPr>
          <p:spPr>
            <a:xfrm>
              <a:off x="8310165" y="4564287"/>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7517519" y="4564280"/>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 name="Google Shape;103;p3"/>
            <p:cNvGrpSpPr/>
            <p:nvPr/>
          </p:nvGrpSpPr>
          <p:grpSpPr>
            <a:xfrm>
              <a:off x="8061224" y="4842895"/>
              <a:ext cx="269497" cy="230589"/>
              <a:chOff x="-245801" y="266720"/>
              <a:chExt cx="269497" cy="230589"/>
            </a:xfrm>
          </p:grpSpPr>
          <p:sp>
            <p:nvSpPr>
              <p:cNvPr id="104" name="Google Shape;104;p3"/>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9"/>
        <p:cNvGrpSpPr/>
        <p:nvPr/>
      </p:nvGrpSpPr>
      <p:grpSpPr>
        <a:xfrm>
          <a:off x="0" y="0"/>
          <a:ext cx="0" cy="0"/>
          <a:chOff x="0" y="0"/>
          <a:chExt cx="0" cy="0"/>
        </a:xfrm>
      </p:grpSpPr>
      <p:sp>
        <p:nvSpPr>
          <p:cNvPr id="110" name="Google Shape;110;p5"/>
          <p:cNvSpPr txBox="1">
            <a:spLocks noGrp="1"/>
          </p:cNvSpPr>
          <p:nvPr>
            <p:ph type="subTitle" idx="1"/>
          </p:nvPr>
        </p:nvSpPr>
        <p:spPr>
          <a:xfrm>
            <a:off x="719999" y="2211150"/>
            <a:ext cx="35223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3500"/>
              <a:buNone/>
              <a:defRPr sz="2000">
                <a:solidFill>
                  <a:schemeClr val="lt1"/>
                </a:solidFill>
                <a:latin typeface="Titillium Web"/>
                <a:ea typeface="Titillium Web"/>
                <a:cs typeface="Titillium Web"/>
                <a:sym typeface="Titillium Web"/>
              </a:defRPr>
            </a:lvl1pPr>
            <a:lvl2pPr lvl="1" algn="ctr" rtl="0">
              <a:spcBef>
                <a:spcPts val="0"/>
              </a:spcBef>
              <a:spcAft>
                <a:spcPts val="0"/>
              </a:spcAft>
              <a:buClr>
                <a:schemeClr val="lt1"/>
              </a:buClr>
              <a:buSzPts val="3500"/>
              <a:buNone/>
              <a:defRPr sz="3500">
                <a:solidFill>
                  <a:schemeClr val="lt1"/>
                </a:solidFill>
              </a:defRPr>
            </a:lvl2pPr>
            <a:lvl3pPr lvl="2" algn="ctr" rtl="0">
              <a:spcBef>
                <a:spcPts val="0"/>
              </a:spcBef>
              <a:spcAft>
                <a:spcPts val="0"/>
              </a:spcAft>
              <a:buClr>
                <a:schemeClr val="lt1"/>
              </a:buClr>
              <a:buSzPts val="3500"/>
              <a:buNone/>
              <a:defRPr sz="3500">
                <a:solidFill>
                  <a:schemeClr val="lt1"/>
                </a:solidFill>
              </a:defRPr>
            </a:lvl3pPr>
            <a:lvl4pPr lvl="3" algn="ctr" rtl="0">
              <a:spcBef>
                <a:spcPts val="0"/>
              </a:spcBef>
              <a:spcAft>
                <a:spcPts val="0"/>
              </a:spcAft>
              <a:buClr>
                <a:schemeClr val="lt1"/>
              </a:buClr>
              <a:buSzPts val="3500"/>
              <a:buNone/>
              <a:defRPr sz="3500">
                <a:solidFill>
                  <a:schemeClr val="lt1"/>
                </a:solidFill>
              </a:defRPr>
            </a:lvl4pPr>
            <a:lvl5pPr lvl="4" algn="ctr" rtl="0">
              <a:spcBef>
                <a:spcPts val="0"/>
              </a:spcBef>
              <a:spcAft>
                <a:spcPts val="0"/>
              </a:spcAft>
              <a:buClr>
                <a:schemeClr val="lt1"/>
              </a:buClr>
              <a:buSzPts val="3500"/>
              <a:buNone/>
              <a:defRPr sz="3500">
                <a:solidFill>
                  <a:schemeClr val="lt1"/>
                </a:solidFill>
              </a:defRPr>
            </a:lvl5pPr>
            <a:lvl6pPr lvl="5" algn="ctr" rtl="0">
              <a:spcBef>
                <a:spcPts val="0"/>
              </a:spcBef>
              <a:spcAft>
                <a:spcPts val="0"/>
              </a:spcAft>
              <a:buClr>
                <a:schemeClr val="lt1"/>
              </a:buClr>
              <a:buSzPts val="3500"/>
              <a:buNone/>
              <a:defRPr sz="3500">
                <a:solidFill>
                  <a:schemeClr val="lt1"/>
                </a:solidFill>
              </a:defRPr>
            </a:lvl6pPr>
            <a:lvl7pPr lvl="6" algn="ctr" rtl="0">
              <a:spcBef>
                <a:spcPts val="0"/>
              </a:spcBef>
              <a:spcAft>
                <a:spcPts val="0"/>
              </a:spcAft>
              <a:buClr>
                <a:schemeClr val="lt1"/>
              </a:buClr>
              <a:buSzPts val="3500"/>
              <a:buNone/>
              <a:defRPr sz="3500">
                <a:solidFill>
                  <a:schemeClr val="lt1"/>
                </a:solidFill>
              </a:defRPr>
            </a:lvl7pPr>
            <a:lvl8pPr lvl="7" algn="ctr" rtl="0">
              <a:spcBef>
                <a:spcPts val="0"/>
              </a:spcBef>
              <a:spcAft>
                <a:spcPts val="0"/>
              </a:spcAft>
              <a:buClr>
                <a:schemeClr val="lt1"/>
              </a:buClr>
              <a:buSzPts val="3500"/>
              <a:buNone/>
              <a:defRPr sz="3500">
                <a:solidFill>
                  <a:schemeClr val="lt1"/>
                </a:solidFill>
              </a:defRPr>
            </a:lvl8pPr>
            <a:lvl9pPr lvl="8" algn="ctr" rtl="0">
              <a:spcBef>
                <a:spcPts val="0"/>
              </a:spcBef>
              <a:spcAft>
                <a:spcPts val="0"/>
              </a:spcAft>
              <a:buClr>
                <a:schemeClr val="lt1"/>
              </a:buClr>
              <a:buSzPts val="3500"/>
              <a:buNone/>
              <a:defRPr sz="3500">
                <a:solidFill>
                  <a:schemeClr val="lt1"/>
                </a:solidFill>
              </a:defRPr>
            </a:lvl9pPr>
          </a:lstStyle>
          <a:p>
            <a:endParaRPr/>
          </a:p>
        </p:txBody>
      </p:sp>
      <p:sp>
        <p:nvSpPr>
          <p:cNvPr id="111" name="Google Shape;111;p5"/>
          <p:cNvSpPr txBox="1">
            <a:spLocks noGrp="1"/>
          </p:cNvSpPr>
          <p:nvPr>
            <p:ph type="subTitle" idx="2"/>
          </p:nvPr>
        </p:nvSpPr>
        <p:spPr>
          <a:xfrm>
            <a:off x="4908474" y="2211150"/>
            <a:ext cx="35223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3500"/>
              <a:buNone/>
              <a:defRPr sz="2000">
                <a:solidFill>
                  <a:schemeClr val="lt1"/>
                </a:solidFill>
                <a:latin typeface="Titillium Web"/>
                <a:ea typeface="Titillium Web"/>
                <a:cs typeface="Titillium Web"/>
                <a:sym typeface="Titillium Web"/>
              </a:defRPr>
            </a:lvl1pPr>
            <a:lvl2pPr lvl="1" algn="ctr" rtl="0">
              <a:spcBef>
                <a:spcPts val="0"/>
              </a:spcBef>
              <a:spcAft>
                <a:spcPts val="0"/>
              </a:spcAft>
              <a:buClr>
                <a:schemeClr val="lt1"/>
              </a:buClr>
              <a:buSzPts val="3500"/>
              <a:buNone/>
              <a:defRPr sz="3500">
                <a:solidFill>
                  <a:schemeClr val="lt1"/>
                </a:solidFill>
              </a:defRPr>
            </a:lvl2pPr>
            <a:lvl3pPr lvl="2" algn="ctr" rtl="0">
              <a:spcBef>
                <a:spcPts val="0"/>
              </a:spcBef>
              <a:spcAft>
                <a:spcPts val="0"/>
              </a:spcAft>
              <a:buClr>
                <a:schemeClr val="lt1"/>
              </a:buClr>
              <a:buSzPts val="3500"/>
              <a:buNone/>
              <a:defRPr sz="3500">
                <a:solidFill>
                  <a:schemeClr val="lt1"/>
                </a:solidFill>
              </a:defRPr>
            </a:lvl3pPr>
            <a:lvl4pPr lvl="3" algn="ctr" rtl="0">
              <a:spcBef>
                <a:spcPts val="0"/>
              </a:spcBef>
              <a:spcAft>
                <a:spcPts val="0"/>
              </a:spcAft>
              <a:buClr>
                <a:schemeClr val="lt1"/>
              </a:buClr>
              <a:buSzPts val="3500"/>
              <a:buNone/>
              <a:defRPr sz="3500">
                <a:solidFill>
                  <a:schemeClr val="lt1"/>
                </a:solidFill>
              </a:defRPr>
            </a:lvl4pPr>
            <a:lvl5pPr lvl="4" algn="ctr" rtl="0">
              <a:spcBef>
                <a:spcPts val="0"/>
              </a:spcBef>
              <a:spcAft>
                <a:spcPts val="0"/>
              </a:spcAft>
              <a:buClr>
                <a:schemeClr val="lt1"/>
              </a:buClr>
              <a:buSzPts val="3500"/>
              <a:buNone/>
              <a:defRPr sz="3500">
                <a:solidFill>
                  <a:schemeClr val="lt1"/>
                </a:solidFill>
              </a:defRPr>
            </a:lvl5pPr>
            <a:lvl6pPr lvl="5" algn="ctr" rtl="0">
              <a:spcBef>
                <a:spcPts val="0"/>
              </a:spcBef>
              <a:spcAft>
                <a:spcPts val="0"/>
              </a:spcAft>
              <a:buClr>
                <a:schemeClr val="lt1"/>
              </a:buClr>
              <a:buSzPts val="3500"/>
              <a:buNone/>
              <a:defRPr sz="3500">
                <a:solidFill>
                  <a:schemeClr val="lt1"/>
                </a:solidFill>
              </a:defRPr>
            </a:lvl6pPr>
            <a:lvl7pPr lvl="6" algn="ctr" rtl="0">
              <a:spcBef>
                <a:spcPts val="0"/>
              </a:spcBef>
              <a:spcAft>
                <a:spcPts val="0"/>
              </a:spcAft>
              <a:buClr>
                <a:schemeClr val="lt1"/>
              </a:buClr>
              <a:buSzPts val="3500"/>
              <a:buNone/>
              <a:defRPr sz="3500">
                <a:solidFill>
                  <a:schemeClr val="lt1"/>
                </a:solidFill>
              </a:defRPr>
            </a:lvl7pPr>
            <a:lvl8pPr lvl="7" algn="ctr" rtl="0">
              <a:spcBef>
                <a:spcPts val="0"/>
              </a:spcBef>
              <a:spcAft>
                <a:spcPts val="0"/>
              </a:spcAft>
              <a:buClr>
                <a:schemeClr val="lt1"/>
              </a:buClr>
              <a:buSzPts val="3500"/>
              <a:buNone/>
              <a:defRPr sz="3500">
                <a:solidFill>
                  <a:schemeClr val="lt1"/>
                </a:solidFill>
              </a:defRPr>
            </a:lvl8pPr>
            <a:lvl9pPr lvl="8" algn="ctr" rtl="0">
              <a:spcBef>
                <a:spcPts val="0"/>
              </a:spcBef>
              <a:spcAft>
                <a:spcPts val="0"/>
              </a:spcAft>
              <a:buClr>
                <a:schemeClr val="lt1"/>
              </a:buClr>
              <a:buSzPts val="3500"/>
              <a:buNone/>
              <a:defRPr sz="3500">
                <a:solidFill>
                  <a:schemeClr val="lt1"/>
                </a:solidFill>
              </a:defRPr>
            </a:lvl9pPr>
          </a:lstStyle>
          <a:p>
            <a:endParaRPr/>
          </a:p>
        </p:txBody>
      </p:sp>
      <p:sp>
        <p:nvSpPr>
          <p:cNvPr id="112" name="Google Shape;112;p5"/>
          <p:cNvSpPr txBox="1">
            <a:spLocks noGrp="1"/>
          </p:cNvSpPr>
          <p:nvPr>
            <p:ph type="title"/>
          </p:nvPr>
        </p:nvSpPr>
        <p:spPr>
          <a:xfrm>
            <a:off x="720000" y="36827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13" name="Google Shape;113;p5"/>
          <p:cNvSpPr txBox="1">
            <a:spLocks noGrp="1"/>
          </p:cNvSpPr>
          <p:nvPr>
            <p:ph type="subTitle" idx="3"/>
          </p:nvPr>
        </p:nvSpPr>
        <p:spPr>
          <a:xfrm>
            <a:off x="720000" y="2578825"/>
            <a:ext cx="3522300" cy="169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Font typeface="Anaheim"/>
              <a:buChar char="●"/>
              <a:defRPr>
                <a:solidFill>
                  <a:schemeClr val="dk1"/>
                </a:solidFill>
              </a:defRPr>
            </a:lvl1pPr>
            <a:lvl2pPr lvl="1" algn="ctr">
              <a:spcBef>
                <a:spcPts val="0"/>
              </a:spcBef>
              <a:spcAft>
                <a:spcPts val="0"/>
              </a:spcAft>
              <a:buClr>
                <a:schemeClr val="dk1"/>
              </a:buClr>
              <a:buSzPts val="1200"/>
              <a:buFont typeface="Arial"/>
              <a:buChar char="○"/>
              <a:defRPr>
                <a:solidFill>
                  <a:schemeClr val="dk1"/>
                </a:solidFill>
              </a:defRPr>
            </a:lvl2pPr>
            <a:lvl3pPr lvl="2" algn="ctr">
              <a:spcBef>
                <a:spcPts val="0"/>
              </a:spcBef>
              <a:spcAft>
                <a:spcPts val="0"/>
              </a:spcAft>
              <a:buClr>
                <a:schemeClr val="dk1"/>
              </a:buClr>
              <a:buSzPts val="1200"/>
              <a:buFont typeface="Arial"/>
              <a:buChar char="■"/>
              <a:defRPr>
                <a:solidFill>
                  <a:schemeClr val="dk1"/>
                </a:solidFill>
              </a:defRPr>
            </a:lvl3pPr>
            <a:lvl4pPr lvl="3" algn="ctr">
              <a:spcBef>
                <a:spcPts val="0"/>
              </a:spcBef>
              <a:spcAft>
                <a:spcPts val="0"/>
              </a:spcAft>
              <a:buClr>
                <a:schemeClr val="dk1"/>
              </a:buClr>
              <a:buSzPts val="1200"/>
              <a:buFont typeface="Arial"/>
              <a:buChar char="●"/>
              <a:defRPr>
                <a:solidFill>
                  <a:schemeClr val="dk1"/>
                </a:solidFill>
              </a:defRPr>
            </a:lvl4pPr>
            <a:lvl5pPr lvl="4" algn="ctr">
              <a:spcBef>
                <a:spcPts val="0"/>
              </a:spcBef>
              <a:spcAft>
                <a:spcPts val="0"/>
              </a:spcAft>
              <a:buClr>
                <a:schemeClr val="dk1"/>
              </a:buClr>
              <a:buSzPts val="1200"/>
              <a:buFont typeface="Arial"/>
              <a:buChar char="○"/>
              <a:defRPr>
                <a:solidFill>
                  <a:schemeClr val="dk1"/>
                </a:solidFill>
              </a:defRPr>
            </a:lvl5pPr>
            <a:lvl6pPr lvl="5" algn="ctr">
              <a:spcBef>
                <a:spcPts val="0"/>
              </a:spcBef>
              <a:spcAft>
                <a:spcPts val="0"/>
              </a:spcAft>
              <a:buClr>
                <a:schemeClr val="dk1"/>
              </a:buClr>
              <a:buSzPts val="1200"/>
              <a:buFont typeface="Arial"/>
              <a:buChar char="■"/>
              <a:defRPr>
                <a:solidFill>
                  <a:schemeClr val="dk1"/>
                </a:solidFill>
              </a:defRPr>
            </a:lvl6pPr>
            <a:lvl7pPr lvl="6" algn="ctr">
              <a:spcBef>
                <a:spcPts val="0"/>
              </a:spcBef>
              <a:spcAft>
                <a:spcPts val="0"/>
              </a:spcAft>
              <a:buClr>
                <a:schemeClr val="dk1"/>
              </a:buClr>
              <a:buSzPts val="1200"/>
              <a:buFont typeface="Arial"/>
              <a:buChar char="●"/>
              <a:defRPr>
                <a:solidFill>
                  <a:schemeClr val="dk1"/>
                </a:solidFill>
              </a:defRPr>
            </a:lvl7pPr>
            <a:lvl8pPr lvl="7" algn="ctr">
              <a:spcBef>
                <a:spcPts val="0"/>
              </a:spcBef>
              <a:spcAft>
                <a:spcPts val="0"/>
              </a:spcAft>
              <a:buClr>
                <a:schemeClr val="dk1"/>
              </a:buClr>
              <a:buSzPts val="1200"/>
              <a:buFont typeface="Arial"/>
              <a:buChar char="○"/>
              <a:defRPr>
                <a:solidFill>
                  <a:schemeClr val="dk1"/>
                </a:solidFill>
              </a:defRPr>
            </a:lvl8pPr>
            <a:lvl9pPr lvl="8" algn="ctr">
              <a:spcBef>
                <a:spcPts val="0"/>
              </a:spcBef>
              <a:spcAft>
                <a:spcPts val="0"/>
              </a:spcAft>
              <a:buClr>
                <a:schemeClr val="dk1"/>
              </a:buClr>
              <a:buSzPts val="1200"/>
              <a:buFont typeface="Arial"/>
              <a:buChar char="■"/>
              <a:defRPr>
                <a:solidFill>
                  <a:schemeClr val="dk1"/>
                </a:solidFill>
              </a:defRPr>
            </a:lvl9pPr>
          </a:lstStyle>
          <a:p>
            <a:endParaRPr/>
          </a:p>
        </p:txBody>
      </p:sp>
      <p:sp>
        <p:nvSpPr>
          <p:cNvPr id="114" name="Google Shape;114;p5"/>
          <p:cNvSpPr txBox="1">
            <a:spLocks noGrp="1"/>
          </p:cNvSpPr>
          <p:nvPr>
            <p:ph type="subTitle" idx="4"/>
          </p:nvPr>
        </p:nvSpPr>
        <p:spPr>
          <a:xfrm>
            <a:off x="4901700" y="2578825"/>
            <a:ext cx="3522300" cy="16914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Anaheim"/>
              <a:buChar char="●"/>
              <a:defRPr>
                <a:solidFill>
                  <a:schemeClr val="dk1"/>
                </a:solidFill>
              </a:defRPr>
            </a:lvl1pPr>
            <a:lvl2pPr lvl="1" algn="ctr" rtl="0">
              <a:spcBef>
                <a:spcPts val="0"/>
              </a:spcBef>
              <a:spcAft>
                <a:spcPts val="0"/>
              </a:spcAft>
              <a:buClr>
                <a:schemeClr val="dk1"/>
              </a:buClr>
              <a:buSzPts val="1200"/>
              <a:buFont typeface="Arial"/>
              <a:buChar char="○"/>
              <a:defRPr>
                <a:solidFill>
                  <a:schemeClr val="dk1"/>
                </a:solidFill>
              </a:defRPr>
            </a:lvl2pPr>
            <a:lvl3pPr lvl="2" algn="ctr" rtl="0">
              <a:spcBef>
                <a:spcPts val="0"/>
              </a:spcBef>
              <a:spcAft>
                <a:spcPts val="0"/>
              </a:spcAft>
              <a:buClr>
                <a:schemeClr val="dk1"/>
              </a:buClr>
              <a:buSzPts val="1200"/>
              <a:buFont typeface="Arial"/>
              <a:buChar char="■"/>
              <a:defRPr>
                <a:solidFill>
                  <a:schemeClr val="dk1"/>
                </a:solidFill>
              </a:defRPr>
            </a:lvl3pPr>
            <a:lvl4pPr lvl="3" algn="ctr" rtl="0">
              <a:spcBef>
                <a:spcPts val="0"/>
              </a:spcBef>
              <a:spcAft>
                <a:spcPts val="0"/>
              </a:spcAft>
              <a:buClr>
                <a:schemeClr val="dk1"/>
              </a:buClr>
              <a:buSzPts val="1200"/>
              <a:buFont typeface="Arial"/>
              <a:buChar char="●"/>
              <a:defRPr>
                <a:solidFill>
                  <a:schemeClr val="dk1"/>
                </a:solidFill>
              </a:defRPr>
            </a:lvl4pPr>
            <a:lvl5pPr lvl="4" algn="ctr" rtl="0">
              <a:spcBef>
                <a:spcPts val="0"/>
              </a:spcBef>
              <a:spcAft>
                <a:spcPts val="0"/>
              </a:spcAft>
              <a:buClr>
                <a:schemeClr val="dk1"/>
              </a:buClr>
              <a:buSzPts val="1200"/>
              <a:buFont typeface="Arial"/>
              <a:buChar char="○"/>
              <a:defRPr>
                <a:solidFill>
                  <a:schemeClr val="dk1"/>
                </a:solidFill>
              </a:defRPr>
            </a:lvl5pPr>
            <a:lvl6pPr lvl="5" algn="ctr" rtl="0">
              <a:spcBef>
                <a:spcPts val="0"/>
              </a:spcBef>
              <a:spcAft>
                <a:spcPts val="0"/>
              </a:spcAft>
              <a:buClr>
                <a:schemeClr val="dk1"/>
              </a:buClr>
              <a:buSzPts val="1200"/>
              <a:buFont typeface="Arial"/>
              <a:buChar char="■"/>
              <a:defRPr>
                <a:solidFill>
                  <a:schemeClr val="dk1"/>
                </a:solidFill>
              </a:defRPr>
            </a:lvl6pPr>
            <a:lvl7pPr lvl="6" algn="ctr" rtl="0">
              <a:spcBef>
                <a:spcPts val="0"/>
              </a:spcBef>
              <a:spcAft>
                <a:spcPts val="0"/>
              </a:spcAft>
              <a:buClr>
                <a:schemeClr val="dk1"/>
              </a:buClr>
              <a:buSzPts val="1200"/>
              <a:buFont typeface="Arial"/>
              <a:buChar char="●"/>
              <a:defRPr>
                <a:solidFill>
                  <a:schemeClr val="dk1"/>
                </a:solidFill>
              </a:defRPr>
            </a:lvl7pPr>
            <a:lvl8pPr lvl="7" algn="ctr" rtl="0">
              <a:spcBef>
                <a:spcPts val="0"/>
              </a:spcBef>
              <a:spcAft>
                <a:spcPts val="0"/>
              </a:spcAft>
              <a:buClr>
                <a:schemeClr val="dk1"/>
              </a:buClr>
              <a:buSzPts val="1200"/>
              <a:buFont typeface="Arial"/>
              <a:buChar char="○"/>
              <a:defRPr>
                <a:solidFill>
                  <a:schemeClr val="dk1"/>
                </a:solidFill>
              </a:defRPr>
            </a:lvl8pPr>
            <a:lvl9pPr lvl="8" algn="ctr" rtl="0">
              <a:spcBef>
                <a:spcPts val="0"/>
              </a:spcBef>
              <a:spcAft>
                <a:spcPts val="0"/>
              </a:spcAft>
              <a:buClr>
                <a:schemeClr val="dk1"/>
              </a:buClr>
              <a:buSzPts val="1200"/>
              <a:buFont typeface="Arial"/>
              <a:buChar char="■"/>
              <a:defRPr>
                <a:solidFill>
                  <a:schemeClr val="dk1"/>
                </a:solidFill>
              </a:defRPr>
            </a:lvl9pPr>
          </a:lstStyle>
          <a:p>
            <a:endParaRPr/>
          </a:p>
        </p:txBody>
      </p:sp>
      <p:grpSp>
        <p:nvGrpSpPr>
          <p:cNvPr id="115" name="Google Shape;115;p5"/>
          <p:cNvGrpSpPr/>
          <p:nvPr/>
        </p:nvGrpSpPr>
        <p:grpSpPr>
          <a:xfrm>
            <a:off x="-283763" y="1560215"/>
            <a:ext cx="743488" cy="602656"/>
            <a:chOff x="1005462" y="33090"/>
            <a:chExt cx="743488" cy="602656"/>
          </a:xfrm>
        </p:grpSpPr>
        <p:sp>
          <p:nvSpPr>
            <p:cNvPr id="116" name="Google Shape;116;p5"/>
            <p:cNvSpPr/>
            <p:nvPr/>
          </p:nvSpPr>
          <p:spPr>
            <a:xfrm>
              <a:off x="1005462" y="603862"/>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1100573" y="508697"/>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195739" y="413586"/>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1290850" y="318476"/>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1385961" y="223311"/>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1481126" y="128200"/>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1576238" y="33090"/>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5"/>
          <p:cNvGrpSpPr/>
          <p:nvPr/>
        </p:nvGrpSpPr>
        <p:grpSpPr>
          <a:xfrm>
            <a:off x="-1" y="1163245"/>
            <a:ext cx="269497" cy="230589"/>
            <a:chOff x="-245801" y="266720"/>
            <a:chExt cx="269497" cy="230589"/>
          </a:xfrm>
        </p:grpSpPr>
        <p:sp>
          <p:nvSpPr>
            <p:cNvPr id="124" name="Google Shape;124;p5"/>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 name="Google Shape;126;p5"/>
          <p:cNvSpPr/>
          <p:nvPr/>
        </p:nvSpPr>
        <p:spPr>
          <a:xfrm>
            <a:off x="-972325" y="1777049"/>
            <a:ext cx="1595777" cy="1929553"/>
          </a:xfrm>
          <a:custGeom>
            <a:avLst/>
            <a:gdLst/>
            <a:ahLst/>
            <a:cxnLst/>
            <a:rect l="l" t="t" r="r" b="b"/>
            <a:pathLst>
              <a:path w="31478" h="38062" extrusionOk="0">
                <a:moveTo>
                  <a:pt x="30702" y="1"/>
                </a:moveTo>
                <a:cubicBezTo>
                  <a:pt x="30151" y="1"/>
                  <a:pt x="29841" y="637"/>
                  <a:pt x="30174" y="1071"/>
                </a:cubicBezTo>
                <a:lnTo>
                  <a:pt x="24413" y="6840"/>
                </a:lnTo>
                <a:cubicBezTo>
                  <a:pt x="24397" y="6856"/>
                  <a:pt x="24389" y="6872"/>
                  <a:pt x="24389" y="6895"/>
                </a:cubicBezTo>
                <a:lnTo>
                  <a:pt x="24389" y="12936"/>
                </a:lnTo>
                <a:lnTo>
                  <a:pt x="20675" y="16650"/>
                </a:lnTo>
                <a:lnTo>
                  <a:pt x="20535" y="16650"/>
                </a:lnTo>
                <a:lnTo>
                  <a:pt x="17728" y="19465"/>
                </a:lnTo>
                <a:lnTo>
                  <a:pt x="17736" y="19597"/>
                </a:lnTo>
                <a:lnTo>
                  <a:pt x="16689" y="20636"/>
                </a:lnTo>
                <a:cubicBezTo>
                  <a:pt x="16642" y="20691"/>
                  <a:pt x="16673" y="20776"/>
                  <a:pt x="16751" y="20776"/>
                </a:cubicBezTo>
                <a:cubicBezTo>
                  <a:pt x="16766" y="20776"/>
                  <a:pt x="16790" y="20768"/>
                  <a:pt x="16805" y="20753"/>
                </a:cubicBezTo>
                <a:lnTo>
                  <a:pt x="17736" y="19822"/>
                </a:lnTo>
                <a:lnTo>
                  <a:pt x="17751" y="20210"/>
                </a:lnTo>
                <a:lnTo>
                  <a:pt x="32" y="37922"/>
                </a:lnTo>
                <a:cubicBezTo>
                  <a:pt x="1" y="37953"/>
                  <a:pt x="1" y="38007"/>
                  <a:pt x="32" y="38038"/>
                </a:cubicBezTo>
                <a:cubicBezTo>
                  <a:pt x="47" y="38054"/>
                  <a:pt x="70" y="38061"/>
                  <a:pt x="94" y="38061"/>
                </a:cubicBezTo>
                <a:cubicBezTo>
                  <a:pt x="117" y="38061"/>
                  <a:pt x="132" y="38054"/>
                  <a:pt x="148" y="38038"/>
                </a:cubicBezTo>
                <a:lnTo>
                  <a:pt x="26375" y="11819"/>
                </a:lnTo>
                <a:cubicBezTo>
                  <a:pt x="26390" y="11804"/>
                  <a:pt x="26398" y="11780"/>
                  <a:pt x="26398" y="11757"/>
                </a:cubicBezTo>
                <a:lnTo>
                  <a:pt x="26398" y="8097"/>
                </a:lnTo>
                <a:lnTo>
                  <a:pt x="29376" y="5119"/>
                </a:lnTo>
                <a:cubicBezTo>
                  <a:pt x="29512" y="5226"/>
                  <a:pt x="29654" y="5272"/>
                  <a:pt x="29789" y="5272"/>
                </a:cubicBezTo>
                <a:cubicBezTo>
                  <a:pt x="30308" y="5272"/>
                  <a:pt x="30720" y="4594"/>
                  <a:pt x="30252" y="4126"/>
                </a:cubicBezTo>
                <a:cubicBezTo>
                  <a:pt x="30108" y="3982"/>
                  <a:pt x="29944" y="3922"/>
                  <a:pt x="29787" y="3922"/>
                </a:cubicBezTo>
                <a:cubicBezTo>
                  <a:pt x="29298" y="3922"/>
                  <a:pt x="28867" y="4504"/>
                  <a:pt x="29259" y="5003"/>
                </a:cubicBezTo>
                <a:lnTo>
                  <a:pt x="26251" y="8011"/>
                </a:lnTo>
                <a:cubicBezTo>
                  <a:pt x="26235" y="8027"/>
                  <a:pt x="26227" y="8042"/>
                  <a:pt x="26227" y="8066"/>
                </a:cubicBezTo>
                <a:lnTo>
                  <a:pt x="26227" y="11726"/>
                </a:lnTo>
                <a:lnTo>
                  <a:pt x="21280" y="16674"/>
                </a:lnTo>
                <a:lnTo>
                  <a:pt x="20892" y="16658"/>
                </a:lnTo>
                <a:lnTo>
                  <a:pt x="24521" y="13029"/>
                </a:lnTo>
                <a:cubicBezTo>
                  <a:pt x="24537" y="13013"/>
                  <a:pt x="24544" y="12990"/>
                  <a:pt x="24552" y="12975"/>
                </a:cubicBezTo>
                <a:lnTo>
                  <a:pt x="24552" y="6934"/>
                </a:lnTo>
                <a:lnTo>
                  <a:pt x="30291" y="1187"/>
                </a:lnTo>
                <a:cubicBezTo>
                  <a:pt x="30416" y="1283"/>
                  <a:pt x="30559" y="1327"/>
                  <a:pt x="30701" y="1327"/>
                </a:cubicBezTo>
                <a:cubicBezTo>
                  <a:pt x="30972" y="1327"/>
                  <a:pt x="31233" y="1163"/>
                  <a:pt x="31330" y="877"/>
                </a:cubicBezTo>
                <a:cubicBezTo>
                  <a:pt x="31477" y="443"/>
                  <a:pt x="31159" y="1"/>
                  <a:pt x="30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 name="Google Shape;127;p5"/>
          <p:cNvGrpSpPr/>
          <p:nvPr/>
        </p:nvGrpSpPr>
        <p:grpSpPr>
          <a:xfrm>
            <a:off x="7517519" y="2918009"/>
            <a:ext cx="2499397" cy="2480016"/>
            <a:chOff x="7517519" y="2918009"/>
            <a:chExt cx="2499397" cy="2480016"/>
          </a:xfrm>
        </p:grpSpPr>
        <p:sp>
          <p:nvSpPr>
            <p:cNvPr id="128" name="Google Shape;128;p5"/>
            <p:cNvSpPr/>
            <p:nvPr/>
          </p:nvSpPr>
          <p:spPr>
            <a:xfrm>
              <a:off x="8357077" y="2918009"/>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5"/>
            <p:cNvGrpSpPr/>
            <p:nvPr/>
          </p:nvGrpSpPr>
          <p:grpSpPr>
            <a:xfrm>
              <a:off x="8540225" y="4477406"/>
              <a:ext cx="921187" cy="920619"/>
              <a:chOff x="3429875" y="1645831"/>
              <a:chExt cx="921187" cy="920619"/>
            </a:xfrm>
          </p:grpSpPr>
          <p:sp>
            <p:nvSpPr>
              <p:cNvPr id="130" name="Google Shape;130;p5"/>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5"/>
            <p:cNvSpPr/>
            <p:nvPr/>
          </p:nvSpPr>
          <p:spPr>
            <a:xfrm>
              <a:off x="8310165" y="4564287"/>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7517519" y="4564280"/>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 name="Google Shape;140;p5"/>
            <p:cNvGrpSpPr/>
            <p:nvPr/>
          </p:nvGrpSpPr>
          <p:grpSpPr>
            <a:xfrm>
              <a:off x="8061224" y="4842895"/>
              <a:ext cx="269497" cy="230589"/>
              <a:chOff x="-245801" y="266720"/>
              <a:chExt cx="269497" cy="230589"/>
            </a:xfrm>
          </p:grpSpPr>
          <p:sp>
            <p:nvSpPr>
              <p:cNvPr id="141" name="Google Shape;141;p5"/>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720000" y="368275"/>
            <a:ext cx="7704000" cy="64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5" name="Google Shape;145;p6"/>
          <p:cNvSpPr/>
          <p:nvPr/>
        </p:nvSpPr>
        <p:spPr>
          <a:xfrm>
            <a:off x="8365877" y="3478359"/>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 name="Google Shape;146;p6"/>
          <p:cNvGrpSpPr/>
          <p:nvPr/>
        </p:nvGrpSpPr>
        <p:grpSpPr>
          <a:xfrm>
            <a:off x="8430787" y="4076390"/>
            <a:ext cx="743488" cy="602656"/>
            <a:chOff x="1005462" y="33090"/>
            <a:chExt cx="743488" cy="602656"/>
          </a:xfrm>
        </p:grpSpPr>
        <p:sp>
          <p:nvSpPr>
            <p:cNvPr id="147" name="Google Shape;147;p6"/>
            <p:cNvSpPr/>
            <p:nvPr/>
          </p:nvSpPr>
          <p:spPr>
            <a:xfrm>
              <a:off x="1005462" y="603862"/>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p:nvPr/>
          </p:nvSpPr>
          <p:spPr>
            <a:xfrm>
              <a:off x="1100573" y="508697"/>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6"/>
            <p:cNvSpPr/>
            <p:nvPr/>
          </p:nvSpPr>
          <p:spPr>
            <a:xfrm>
              <a:off x="1195739" y="413586"/>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p:nvPr/>
          </p:nvSpPr>
          <p:spPr>
            <a:xfrm>
              <a:off x="1290850" y="318476"/>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6"/>
            <p:cNvSpPr/>
            <p:nvPr/>
          </p:nvSpPr>
          <p:spPr>
            <a:xfrm>
              <a:off x="1385961" y="223311"/>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6"/>
            <p:cNvSpPr/>
            <p:nvPr/>
          </p:nvSpPr>
          <p:spPr>
            <a:xfrm>
              <a:off x="1481126" y="128200"/>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6"/>
            <p:cNvSpPr/>
            <p:nvPr/>
          </p:nvSpPr>
          <p:spPr>
            <a:xfrm>
              <a:off x="1576238" y="33090"/>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6"/>
          <p:cNvGrpSpPr/>
          <p:nvPr/>
        </p:nvGrpSpPr>
        <p:grpSpPr>
          <a:xfrm>
            <a:off x="8062199" y="4811270"/>
            <a:ext cx="269497" cy="230589"/>
            <a:chOff x="-245801" y="266720"/>
            <a:chExt cx="269497" cy="230589"/>
          </a:xfrm>
        </p:grpSpPr>
        <p:sp>
          <p:nvSpPr>
            <p:cNvPr id="155" name="Google Shape;155;p6"/>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6"/>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6"/>
          <p:cNvSpPr/>
          <p:nvPr/>
        </p:nvSpPr>
        <p:spPr>
          <a:xfrm>
            <a:off x="-725063" y="4570225"/>
            <a:ext cx="1727427" cy="1929540"/>
          </a:xfrm>
          <a:custGeom>
            <a:avLst/>
            <a:gdLst/>
            <a:ahLst/>
            <a:cxnLst/>
            <a:rect l="l" t="t" r="r" b="b"/>
            <a:pathLst>
              <a:path w="30555" h="34130" extrusionOk="0">
                <a:moveTo>
                  <a:pt x="29779" y="0"/>
                </a:moveTo>
                <a:cubicBezTo>
                  <a:pt x="29221" y="0"/>
                  <a:pt x="28911" y="636"/>
                  <a:pt x="29252" y="1071"/>
                </a:cubicBezTo>
                <a:lnTo>
                  <a:pt x="26251" y="4080"/>
                </a:lnTo>
                <a:cubicBezTo>
                  <a:pt x="26235" y="4095"/>
                  <a:pt x="26227" y="4118"/>
                  <a:pt x="26227" y="4134"/>
                </a:cubicBezTo>
                <a:lnTo>
                  <a:pt x="26227" y="7794"/>
                </a:lnTo>
                <a:lnTo>
                  <a:pt x="21272" y="12742"/>
                </a:lnTo>
                <a:lnTo>
                  <a:pt x="20528" y="12718"/>
                </a:lnTo>
                <a:lnTo>
                  <a:pt x="17720" y="15526"/>
                </a:lnTo>
                <a:lnTo>
                  <a:pt x="17744" y="16270"/>
                </a:lnTo>
                <a:lnTo>
                  <a:pt x="32" y="33990"/>
                </a:lnTo>
                <a:cubicBezTo>
                  <a:pt x="1" y="34021"/>
                  <a:pt x="1" y="34075"/>
                  <a:pt x="32" y="34106"/>
                </a:cubicBezTo>
                <a:cubicBezTo>
                  <a:pt x="47" y="34122"/>
                  <a:pt x="70" y="34129"/>
                  <a:pt x="86" y="34129"/>
                </a:cubicBezTo>
                <a:cubicBezTo>
                  <a:pt x="109" y="34129"/>
                  <a:pt x="133" y="34122"/>
                  <a:pt x="148" y="34106"/>
                </a:cubicBezTo>
                <a:lnTo>
                  <a:pt x="26367" y="7887"/>
                </a:lnTo>
                <a:cubicBezTo>
                  <a:pt x="26382" y="7872"/>
                  <a:pt x="26390" y="7848"/>
                  <a:pt x="26390" y="7825"/>
                </a:cubicBezTo>
                <a:lnTo>
                  <a:pt x="26390" y="4165"/>
                </a:lnTo>
                <a:lnTo>
                  <a:pt x="29368" y="1187"/>
                </a:lnTo>
                <a:cubicBezTo>
                  <a:pt x="29490" y="1283"/>
                  <a:pt x="29633" y="1327"/>
                  <a:pt x="29774" y="1327"/>
                </a:cubicBezTo>
                <a:cubicBezTo>
                  <a:pt x="30046" y="1327"/>
                  <a:pt x="30310" y="1162"/>
                  <a:pt x="30407" y="877"/>
                </a:cubicBezTo>
                <a:cubicBezTo>
                  <a:pt x="30555" y="450"/>
                  <a:pt x="30229" y="0"/>
                  <a:pt x="297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6"/>
          <p:cNvGrpSpPr/>
          <p:nvPr/>
        </p:nvGrpSpPr>
        <p:grpSpPr>
          <a:xfrm>
            <a:off x="-220625" y="4570231"/>
            <a:ext cx="921187" cy="920619"/>
            <a:chOff x="3429875" y="1645831"/>
            <a:chExt cx="921187" cy="920619"/>
          </a:xfrm>
        </p:grpSpPr>
        <p:sp>
          <p:nvSpPr>
            <p:cNvPr id="159" name="Google Shape;159;p6"/>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6"/>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6"/>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6"/>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6"/>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6"/>
          <p:cNvSpPr/>
          <p:nvPr/>
        </p:nvSpPr>
        <p:spPr>
          <a:xfrm>
            <a:off x="-1151900" y="4146887"/>
            <a:ext cx="1595777" cy="1929553"/>
          </a:xfrm>
          <a:custGeom>
            <a:avLst/>
            <a:gdLst/>
            <a:ahLst/>
            <a:cxnLst/>
            <a:rect l="l" t="t" r="r" b="b"/>
            <a:pathLst>
              <a:path w="31478" h="38062" extrusionOk="0">
                <a:moveTo>
                  <a:pt x="30702" y="1"/>
                </a:moveTo>
                <a:cubicBezTo>
                  <a:pt x="30151" y="1"/>
                  <a:pt x="29841" y="637"/>
                  <a:pt x="30174" y="1071"/>
                </a:cubicBezTo>
                <a:lnTo>
                  <a:pt x="24413" y="6840"/>
                </a:lnTo>
                <a:cubicBezTo>
                  <a:pt x="24397" y="6856"/>
                  <a:pt x="24389" y="6872"/>
                  <a:pt x="24389" y="6895"/>
                </a:cubicBezTo>
                <a:lnTo>
                  <a:pt x="24389" y="12936"/>
                </a:lnTo>
                <a:lnTo>
                  <a:pt x="20675" y="16650"/>
                </a:lnTo>
                <a:lnTo>
                  <a:pt x="20535" y="16650"/>
                </a:lnTo>
                <a:lnTo>
                  <a:pt x="17728" y="19465"/>
                </a:lnTo>
                <a:lnTo>
                  <a:pt x="17736" y="19597"/>
                </a:lnTo>
                <a:lnTo>
                  <a:pt x="16689" y="20636"/>
                </a:lnTo>
                <a:cubicBezTo>
                  <a:pt x="16642" y="20691"/>
                  <a:pt x="16673" y="20776"/>
                  <a:pt x="16751" y="20776"/>
                </a:cubicBezTo>
                <a:cubicBezTo>
                  <a:pt x="16766" y="20776"/>
                  <a:pt x="16790" y="20768"/>
                  <a:pt x="16805" y="20753"/>
                </a:cubicBezTo>
                <a:lnTo>
                  <a:pt x="17736" y="19822"/>
                </a:lnTo>
                <a:lnTo>
                  <a:pt x="17751" y="20210"/>
                </a:lnTo>
                <a:lnTo>
                  <a:pt x="32" y="37922"/>
                </a:lnTo>
                <a:cubicBezTo>
                  <a:pt x="1" y="37953"/>
                  <a:pt x="1" y="38007"/>
                  <a:pt x="32" y="38038"/>
                </a:cubicBezTo>
                <a:cubicBezTo>
                  <a:pt x="47" y="38054"/>
                  <a:pt x="70" y="38061"/>
                  <a:pt x="94" y="38061"/>
                </a:cubicBezTo>
                <a:cubicBezTo>
                  <a:pt x="117" y="38061"/>
                  <a:pt x="132" y="38054"/>
                  <a:pt x="148" y="38038"/>
                </a:cubicBezTo>
                <a:lnTo>
                  <a:pt x="26375" y="11819"/>
                </a:lnTo>
                <a:cubicBezTo>
                  <a:pt x="26390" y="11804"/>
                  <a:pt x="26398" y="11780"/>
                  <a:pt x="26398" y="11757"/>
                </a:cubicBezTo>
                <a:lnTo>
                  <a:pt x="26398" y="8097"/>
                </a:lnTo>
                <a:lnTo>
                  <a:pt x="29376" y="5119"/>
                </a:lnTo>
                <a:cubicBezTo>
                  <a:pt x="29512" y="5226"/>
                  <a:pt x="29654" y="5272"/>
                  <a:pt x="29789" y="5272"/>
                </a:cubicBezTo>
                <a:cubicBezTo>
                  <a:pt x="30308" y="5272"/>
                  <a:pt x="30720" y="4594"/>
                  <a:pt x="30252" y="4126"/>
                </a:cubicBezTo>
                <a:cubicBezTo>
                  <a:pt x="30108" y="3982"/>
                  <a:pt x="29944" y="3922"/>
                  <a:pt x="29787" y="3922"/>
                </a:cubicBezTo>
                <a:cubicBezTo>
                  <a:pt x="29298" y="3922"/>
                  <a:pt x="28867" y="4504"/>
                  <a:pt x="29259" y="5003"/>
                </a:cubicBezTo>
                <a:lnTo>
                  <a:pt x="26251" y="8011"/>
                </a:lnTo>
                <a:cubicBezTo>
                  <a:pt x="26235" y="8027"/>
                  <a:pt x="26227" y="8042"/>
                  <a:pt x="26227" y="8066"/>
                </a:cubicBezTo>
                <a:lnTo>
                  <a:pt x="26227" y="11726"/>
                </a:lnTo>
                <a:lnTo>
                  <a:pt x="21280" y="16674"/>
                </a:lnTo>
                <a:lnTo>
                  <a:pt x="20892" y="16658"/>
                </a:lnTo>
                <a:lnTo>
                  <a:pt x="24521" y="13029"/>
                </a:lnTo>
                <a:cubicBezTo>
                  <a:pt x="24537" y="13013"/>
                  <a:pt x="24544" y="12990"/>
                  <a:pt x="24552" y="12975"/>
                </a:cubicBezTo>
                <a:lnTo>
                  <a:pt x="24552" y="6934"/>
                </a:lnTo>
                <a:lnTo>
                  <a:pt x="30291" y="1187"/>
                </a:lnTo>
                <a:cubicBezTo>
                  <a:pt x="30416" y="1283"/>
                  <a:pt x="30559" y="1327"/>
                  <a:pt x="30701" y="1327"/>
                </a:cubicBezTo>
                <a:cubicBezTo>
                  <a:pt x="30972" y="1327"/>
                  <a:pt x="31233" y="1163"/>
                  <a:pt x="31330" y="877"/>
                </a:cubicBezTo>
                <a:cubicBezTo>
                  <a:pt x="31477" y="443"/>
                  <a:pt x="31159" y="1"/>
                  <a:pt x="30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6"/>
          <p:cNvGrpSpPr/>
          <p:nvPr/>
        </p:nvGrpSpPr>
        <p:grpSpPr>
          <a:xfrm>
            <a:off x="8430775" y="-577728"/>
            <a:ext cx="1420663" cy="2151753"/>
            <a:chOff x="8430775" y="-577728"/>
            <a:chExt cx="1420663" cy="2151753"/>
          </a:xfrm>
        </p:grpSpPr>
        <p:sp>
          <p:nvSpPr>
            <p:cNvPr id="169" name="Google Shape;169;p6"/>
            <p:cNvSpPr/>
            <p:nvPr/>
          </p:nvSpPr>
          <p:spPr>
            <a:xfrm>
              <a:off x="8588145" y="-577728"/>
              <a:ext cx="1263293" cy="1576725"/>
            </a:xfrm>
            <a:custGeom>
              <a:avLst/>
              <a:gdLst/>
              <a:ahLst/>
              <a:cxnLst/>
              <a:rect l="l" t="t" r="r" b="b"/>
              <a:pathLst>
                <a:path w="23377" h="29177" extrusionOk="0">
                  <a:moveTo>
                    <a:pt x="23291" y="1"/>
                  </a:moveTo>
                  <a:cubicBezTo>
                    <a:pt x="23271" y="1"/>
                    <a:pt x="23252" y="7"/>
                    <a:pt x="23237" y="18"/>
                  </a:cubicBezTo>
                  <a:lnTo>
                    <a:pt x="11372" y="11883"/>
                  </a:lnTo>
                  <a:lnTo>
                    <a:pt x="10635" y="11852"/>
                  </a:lnTo>
                  <a:lnTo>
                    <a:pt x="7828" y="14667"/>
                  </a:lnTo>
                  <a:lnTo>
                    <a:pt x="7851" y="15404"/>
                  </a:lnTo>
                  <a:lnTo>
                    <a:pt x="7114" y="16141"/>
                  </a:lnTo>
                  <a:cubicBezTo>
                    <a:pt x="7099" y="16156"/>
                    <a:pt x="7091" y="16179"/>
                    <a:pt x="7091" y="16203"/>
                  </a:cubicBezTo>
                  <a:lnTo>
                    <a:pt x="7091" y="22236"/>
                  </a:lnTo>
                  <a:lnTo>
                    <a:pt x="1345" y="27982"/>
                  </a:lnTo>
                  <a:cubicBezTo>
                    <a:pt x="1209" y="27875"/>
                    <a:pt x="1067" y="27829"/>
                    <a:pt x="932" y="27829"/>
                  </a:cubicBezTo>
                  <a:cubicBezTo>
                    <a:pt x="412" y="27829"/>
                    <a:pt x="1" y="28507"/>
                    <a:pt x="469" y="28975"/>
                  </a:cubicBezTo>
                  <a:cubicBezTo>
                    <a:pt x="610" y="29116"/>
                    <a:pt x="772" y="29176"/>
                    <a:pt x="928" y="29176"/>
                  </a:cubicBezTo>
                  <a:cubicBezTo>
                    <a:pt x="1414" y="29176"/>
                    <a:pt x="1848" y="28597"/>
                    <a:pt x="1461" y="28099"/>
                  </a:cubicBezTo>
                  <a:lnTo>
                    <a:pt x="7231" y="22329"/>
                  </a:lnTo>
                  <a:cubicBezTo>
                    <a:pt x="7246" y="22313"/>
                    <a:pt x="7254" y="22290"/>
                    <a:pt x="7254" y="22267"/>
                  </a:cubicBezTo>
                  <a:lnTo>
                    <a:pt x="7254" y="16226"/>
                  </a:lnTo>
                  <a:lnTo>
                    <a:pt x="23345" y="135"/>
                  </a:lnTo>
                  <a:cubicBezTo>
                    <a:pt x="23376" y="104"/>
                    <a:pt x="23376" y="49"/>
                    <a:pt x="23345" y="18"/>
                  </a:cubicBezTo>
                  <a:cubicBezTo>
                    <a:pt x="23330" y="7"/>
                    <a:pt x="23310" y="1"/>
                    <a:pt x="23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6"/>
            <p:cNvGrpSpPr/>
            <p:nvPr/>
          </p:nvGrpSpPr>
          <p:grpSpPr>
            <a:xfrm>
              <a:off x="8430775" y="653406"/>
              <a:ext cx="921187" cy="920619"/>
              <a:chOff x="3429875" y="1645831"/>
              <a:chExt cx="921187" cy="920619"/>
            </a:xfrm>
          </p:grpSpPr>
          <p:sp>
            <p:nvSpPr>
              <p:cNvPr id="171" name="Google Shape;171;p6"/>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6"/>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6"/>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6"/>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6"/>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37"/>
        <p:cNvGrpSpPr/>
        <p:nvPr/>
      </p:nvGrpSpPr>
      <p:grpSpPr>
        <a:xfrm>
          <a:off x="0" y="0"/>
          <a:ext cx="0" cy="0"/>
          <a:chOff x="0" y="0"/>
          <a:chExt cx="0" cy="0"/>
        </a:xfrm>
      </p:grpSpPr>
      <p:sp>
        <p:nvSpPr>
          <p:cNvPr id="238" name="Google Shape;238;p8"/>
          <p:cNvSpPr txBox="1">
            <a:spLocks noGrp="1"/>
          </p:cNvSpPr>
          <p:nvPr>
            <p:ph type="title"/>
          </p:nvPr>
        </p:nvSpPr>
        <p:spPr>
          <a:xfrm flipH="1">
            <a:off x="4488050" y="1572300"/>
            <a:ext cx="3844200" cy="19989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39" name="Google Shape;239;p8"/>
          <p:cNvSpPr>
            <a:spLocks noGrp="1"/>
          </p:cNvSpPr>
          <p:nvPr>
            <p:ph type="pic" idx="2"/>
          </p:nvPr>
        </p:nvSpPr>
        <p:spPr>
          <a:xfrm>
            <a:off x="763125" y="938975"/>
            <a:ext cx="3265500" cy="3265500"/>
          </a:xfrm>
          <a:prstGeom prst="ellipse">
            <a:avLst/>
          </a:prstGeom>
          <a:noFill/>
          <a:ln w="76200" cap="flat" cmpd="sng">
            <a:solidFill>
              <a:schemeClr val="dk1"/>
            </a:solidFill>
            <a:prstDash val="solid"/>
            <a:round/>
            <a:headEnd type="none" w="sm" len="sm"/>
            <a:tailEnd type="none" w="sm" len="sm"/>
          </a:ln>
        </p:spPr>
      </p:sp>
      <p:grpSp>
        <p:nvGrpSpPr>
          <p:cNvPr id="240" name="Google Shape;240;p8"/>
          <p:cNvGrpSpPr/>
          <p:nvPr/>
        </p:nvGrpSpPr>
        <p:grpSpPr>
          <a:xfrm>
            <a:off x="6128900" y="3439272"/>
            <a:ext cx="3071013" cy="2420831"/>
            <a:chOff x="6128900" y="3439272"/>
            <a:chExt cx="3071013" cy="2420831"/>
          </a:xfrm>
        </p:grpSpPr>
        <p:sp>
          <p:nvSpPr>
            <p:cNvPr id="241" name="Google Shape;241;p8"/>
            <p:cNvSpPr/>
            <p:nvPr/>
          </p:nvSpPr>
          <p:spPr>
            <a:xfrm>
              <a:off x="7936620" y="3439272"/>
              <a:ext cx="1263293" cy="1576725"/>
            </a:xfrm>
            <a:custGeom>
              <a:avLst/>
              <a:gdLst/>
              <a:ahLst/>
              <a:cxnLst/>
              <a:rect l="l" t="t" r="r" b="b"/>
              <a:pathLst>
                <a:path w="23377" h="29177" extrusionOk="0">
                  <a:moveTo>
                    <a:pt x="23291" y="1"/>
                  </a:moveTo>
                  <a:cubicBezTo>
                    <a:pt x="23271" y="1"/>
                    <a:pt x="23252" y="7"/>
                    <a:pt x="23237" y="18"/>
                  </a:cubicBezTo>
                  <a:lnTo>
                    <a:pt x="11372" y="11883"/>
                  </a:lnTo>
                  <a:lnTo>
                    <a:pt x="10635" y="11852"/>
                  </a:lnTo>
                  <a:lnTo>
                    <a:pt x="7828" y="14667"/>
                  </a:lnTo>
                  <a:lnTo>
                    <a:pt x="7851" y="15404"/>
                  </a:lnTo>
                  <a:lnTo>
                    <a:pt x="7114" y="16141"/>
                  </a:lnTo>
                  <a:cubicBezTo>
                    <a:pt x="7099" y="16156"/>
                    <a:pt x="7091" y="16179"/>
                    <a:pt x="7091" y="16203"/>
                  </a:cubicBezTo>
                  <a:lnTo>
                    <a:pt x="7091" y="22236"/>
                  </a:lnTo>
                  <a:lnTo>
                    <a:pt x="1345" y="27982"/>
                  </a:lnTo>
                  <a:cubicBezTo>
                    <a:pt x="1209" y="27875"/>
                    <a:pt x="1067" y="27829"/>
                    <a:pt x="932" y="27829"/>
                  </a:cubicBezTo>
                  <a:cubicBezTo>
                    <a:pt x="412" y="27829"/>
                    <a:pt x="1" y="28507"/>
                    <a:pt x="469" y="28975"/>
                  </a:cubicBezTo>
                  <a:cubicBezTo>
                    <a:pt x="610" y="29116"/>
                    <a:pt x="772" y="29176"/>
                    <a:pt x="928" y="29176"/>
                  </a:cubicBezTo>
                  <a:cubicBezTo>
                    <a:pt x="1414" y="29176"/>
                    <a:pt x="1848" y="28597"/>
                    <a:pt x="1461" y="28099"/>
                  </a:cubicBezTo>
                  <a:lnTo>
                    <a:pt x="7231" y="22329"/>
                  </a:lnTo>
                  <a:cubicBezTo>
                    <a:pt x="7246" y="22313"/>
                    <a:pt x="7254" y="22290"/>
                    <a:pt x="7254" y="22267"/>
                  </a:cubicBezTo>
                  <a:lnTo>
                    <a:pt x="7254" y="16226"/>
                  </a:lnTo>
                  <a:lnTo>
                    <a:pt x="23345" y="135"/>
                  </a:lnTo>
                  <a:cubicBezTo>
                    <a:pt x="23376" y="104"/>
                    <a:pt x="23376" y="49"/>
                    <a:pt x="23345" y="18"/>
                  </a:cubicBezTo>
                  <a:cubicBezTo>
                    <a:pt x="23330" y="7"/>
                    <a:pt x="23310" y="1"/>
                    <a:pt x="23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a:off x="7429190" y="4328462"/>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8195244" y="4444130"/>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6128900" y="3930549"/>
              <a:ext cx="1595777" cy="1929553"/>
            </a:xfrm>
            <a:custGeom>
              <a:avLst/>
              <a:gdLst/>
              <a:ahLst/>
              <a:cxnLst/>
              <a:rect l="l" t="t" r="r" b="b"/>
              <a:pathLst>
                <a:path w="31478" h="38062" extrusionOk="0">
                  <a:moveTo>
                    <a:pt x="30702" y="1"/>
                  </a:moveTo>
                  <a:cubicBezTo>
                    <a:pt x="30151" y="1"/>
                    <a:pt x="29841" y="637"/>
                    <a:pt x="30174" y="1071"/>
                  </a:cubicBezTo>
                  <a:lnTo>
                    <a:pt x="24413" y="6840"/>
                  </a:lnTo>
                  <a:cubicBezTo>
                    <a:pt x="24397" y="6856"/>
                    <a:pt x="24389" y="6872"/>
                    <a:pt x="24389" y="6895"/>
                  </a:cubicBezTo>
                  <a:lnTo>
                    <a:pt x="24389" y="12936"/>
                  </a:lnTo>
                  <a:lnTo>
                    <a:pt x="20675" y="16650"/>
                  </a:lnTo>
                  <a:lnTo>
                    <a:pt x="20535" y="16650"/>
                  </a:lnTo>
                  <a:lnTo>
                    <a:pt x="17728" y="19465"/>
                  </a:lnTo>
                  <a:lnTo>
                    <a:pt x="17736" y="19597"/>
                  </a:lnTo>
                  <a:lnTo>
                    <a:pt x="16689" y="20636"/>
                  </a:lnTo>
                  <a:cubicBezTo>
                    <a:pt x="16642" y="20691"/>
                    <a:pt x="16673" y="20776"/>
                    <a:pt x="16751" y="20776"/>
                  </a:cubicBezTo>
                  <a:cubicBezTo>
                    <a:pt x="16766" y="20776"/>
                    <a:pt x="16790" y="20768"/>
                    <a:pt x="16805" y="20753"/>
                  </a:cubicBezTo>
                  <a:lnTo>
                    <a:pt x="17736" y="19822"/>
                  </a:lnTo>
                  <a:lnTo>
                    <a:pt x="17751" y="20210"/>
                  </a:lnTo>
                  <a:lnTo>
                    <a:pt x="32" y="37922"/>
                  </a:lnTo>
                  <a:cubicBezTo>
                    <a:pt x="1" y="37953"/>
                    <a:pt x="1" y="38007"/>
                    <a:pt x="32" y="38038"/>
                  </a:cubicBezTo>
                  <a:cubicBezTo>
                    <a:pt x="47" y="38054"/>
                    <a:pt x="70" y="38061"/>
                    <a:pt x="94" y="38061"/>
                  </a:cubicBezTo>
                  <a:cubicBezTo>
                    <a:pt x="117" y="38061"/>
                    <a:pt x="132" y="38054"/>
                    <a:pt x="148" y="38038"/>
                  </a:cubicBezTo>
                  <a:lnTo>
                    <a:pt x="26375" y="11819"/>
                  </a:lnTo>
                  <a:cubicBezTo>
                    <a:pt x="26390" y="11804"/>
                    <a:pt x="26398" y="11780"/>
                    <a:pt x="26398" y="11757"/>
                  </a:cubicBezTo>
                  <a:lnTo>
                    <a:pt x="26398" y="8097"/>
                  </a:lnTo>
                  <a:lnTo>
                    <a:pt x="29376" y="5119"/>
                  </a:lnTo>
                  <a:cubicBezTo>
                    <a:pt x="29512" y="5226"/>
                    <a:pt x="29654" y="5272"/>
                    <a:pt x="29789" y="5272"/>
                  </a:cubicBezTo>
                  <a:cubicBezTo>
                    <a:pt x="30308" y="5272"/>
                    <a:pt x="30720" y="4594"/>
                    <a:pt x="30252" y="4126"/>
                  </a:cubicBezTo>
                  <a:cubicBezTo>
                    <a:pt x="30108" y="3982"/>
                    <a:pt x="29944" y="3922"/>
                    <a:pt x="29787" y="3922"/>
                  </a:cubicBezTo>
                  <a:cubicBezTo>
                    <a:pt x="29298" y="3922"/>
                    <a:pt x="28867" y="4504"/>
                    <a:pt x="29259" y="5003"/>
                  </a:cubicBezTo>
                  <a:lnTo>
                    <a:pt x="26251" y="8011"/>
                  </a:lnTo>
                  <a:cubicBezTo>
                    <a:pt x="26235" y="8027"/>
                    <a:pt x="26227" y="8042"/>
                    <a:pt x="26227" y="8066"/>
                  </a:cubicBezTo>
                  <a:lnTo>
                    <a:pt x="26227" y="11726"/>
                  </a:lnTo>
                  <a:lnTo>
                    <a:pt x="21280" y="16674"/>
                  </a:lnTo>
                  <a:lnTo>
                    <a:pt x="20892" y="16658"/>
                  </a:lnTo>
                  <a:lnTo>
                    <a:pt x="24521" y="13029"/>
                  </a:lnTo>
                  <a:cubicBezTo>
                    <a:pt x="24537" y="13013"/>
                    <a:pt x="24544" y="12990"/>
                    <a:pt x="24552" y="12975"/>
                  </a:cubicBezTo>
                  <a:lnTo>
                    <a:pt x="24552" y="6934"/>
                  </a:lnTo>
                  <a:lnTo>
                    <a:pt x="30291" y="1187"/>
                  </a:lnTo>
                  <a:cubicBezTo>
                    <a:pt x="30416" y="1283"/>
                    <a:pt x="30559" y="1327"/>
                    <a:pt x="30701" y="1327"/>
                  </a:cubicBezTo>
                  <a:cubicBezTo>
                    <a:pt x="30972" y="1327"/>
                    <a:pt x="31233" y="1163"/>
                    <a:pt x="31330" y="877"/>
                  </a:cubicBezTo>
                  <a:cubicBezTo>
                    <a:pt x="31477" y="443"/>
                    <a:pt x="31159" y="1"/>
                    <a:pt x="30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 name="Google Shape;245;p8"/>
            <p:cNvGrpSpPr/>
            <p:nvPr/>
          </p:nvGrpSpPr>
          <p:grpSpPr>
            <a:xfrm>
              <a:off x="7936624" y="3783920"/>
              <a:ext cx="269497" cy="230589"/>
              <a:chOff x="-245801" y="266720"/>
              <a:chExt cx="269497" cy="230589"/>
            </a:xfrm>
          </p:grpSpPr>
          <p:sp>
            <p:nvSpPr>
              <p:cNvPr id="246" name="Google Shape;246;p8"/>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92"/>
        <p:cNvGrpSpPr/>
        <p:nvPr/>
      </p:nvGrpSpPr>
      <p:grpSpPr>
        <a:xfrm>
          <a:off x="0" y="0"/>
          <a:ext cx="0" cy="0"/>
          <a:chOff x="0" y="0"/>
          <a:chExt cx="0" cy="0"/>
        </a:xfrm>
      </p:grpSpPr>
      <p:sp>
        <p:nvSpPr>
          <p:cNvPr id="293" name="Google Shape;293;p10"/>
          <p:cNvSpPr txBox="1">
            <a:spLocks noGrp="1"/>
          </p:cNvSpPr>
          <p:nvPr>
            <p:ph type="body" idx="1"/>
          </p:nvPr>
        </p:nvSpPr>
        <p:spPr>
          <a:xfrm>
            <a:off x="720000" y="2269200"/>
            <a:ext cx="7704000" cy="605100"/>
          </a:xfrm>
          <a:prstGeom prst="rect">
            <a:avLst/>
          </a:prstGeom>
          <a:solidFill>
            <a:schemeClr val="accent2"/>
          </a:solidFill>
          <a:ln>
            <a:noFill/>
          </a:ln>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Clr>
                <a:schemeClr val="lt1"/>
              </a:buClr>
              <a:buSzPts val="3400"/>
              <a:buFont typeface="Titillium Web"/>
              <a:buNone/>
              <a:defRPr sz="3400" b="1">
                <a:solidFill>
                  <a:schemeClr val="lt1"/>
                </a:solidFill>
                <a:latin typeface="Titillium Web"/>
                <a:ea typeface="Titillium Web"/>
                <a:cs typeface="Titillium Web"/>
                <a:sym typeface="Titillium Web"/>
              </a:defRPr>
            </a:lvl1pPr>
          </a:lstStyle>
          <a:p>
            <a:endParaRPr/>
          </a:p>
        </p:txBody>
      </p:sp>
      <p:grpSp>
        <p:nvGrpSpPr>
          <p:cNvPr id="294" name="Google Shape;294;p10"/>
          <p:cNvGrpSpPr/>
          <p:nvPr/>
        </p:nvGrpSpPr>
        <p:grpSpPr>
          <a:xfrm>
            <a:off x="7517519" y="2918009"/>
            <a:ext cx="2499397" cy="2480016"/>
            <a:chOff x="7517519" y="2918009"/>
            <a:chExt cx="2499397" cy="2480016"/>
          </a:xfrm>
        </p:grpSpPr>
        <p:sp>
          <p:nvSpPr>
            <p:cNvPr id="295" name="Google Shape;295;p10"/>
            <p:cNvSpPr/>
            <p:nvPr/>
          </p:nvSpPr>
          <p:spPr>
            <a:xfrm>
              <a:off x="8357077" y="2918009"/>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 name="Google Shape;296;p10"/>
            <p:cNvGrpSpPr/>
            <p:nvPr/>
          </p:nvGrpSpPr>
          <p:grpSpPr>
            <a:xfrm>
              <a:off x="8540225" y="4477406"/>
              <a:ext cx="921187" cy="920619"/>
              <a:chOff x="3429875" y="1645831"/>
              <a:chExt cx="921187" cy="920619"/>
            </a:xfrm>
          </p:grpSpPr>
          <p:sp>
            <p:nvSpPr>
              <p:cNvPr id="297" name="Google Shape;297;p10"/>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0"/>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0"/>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0"/>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0"/>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0"/>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0"/>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0"/>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5" name="Google Shape;305;p10"/>
            <p:cNvSpPr/>
            <p:nvPr/>
          </p:nvSpPr>
          <p:spPr>
            <a:xfrm>
              <a:off x="8310165" y="4564287"/>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0"/>
            <p:cNvSpPr/>
            <p:nvPr/>
          </p:nvSpPr>
          <p:spPr>
            <a:xfrm>
              <a:off x="7517519" y="4564280"/>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10"/>
            <p:cNvGrpSpPr/>
            <p:nvPr/>
          </p:nvGrpSpPr>
          <p:grpSpPr>
            <a:xfrm>
              <a:off x="8061224" y="4842895"/>
              <a:ext cx="269497" cy="230589"/>
              <a:chOff x="-245801" y="266720"/>
              <a:chExt cx="269497" cy="230589"/>
            </a:xfrm>
          </p:grpSpPr>
          <p:sp>
            <p:nvSpPr>
              <p:cNvPr id="308" name="Google Shape;308;p10"/>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0"/>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10" name="Google Shape;310;p10"/>
          <p:cNvGrpSpPr/>
          <p:nvPr/>
        </p:nvGrpSpPr>
        <p:grpSpPr>
          <a:xfrm>
            <a:off x="2" y="-768516"/>
            <a:ext cx="1930748" cy="1844980"/>
            <a:chOff x="2687452" y="-845991"/>
            <a:chExt cx="1930748" cy="1844980"/>
          </a:xfrm>
        </p:grpSpPr>
        <p:sp>
          <p:nvSpPr>
            <p:cNvPr id="311" name="Google Shape;311;p10"/>
            <p:cNvSpPr/>
            <p:nvPr/>
          </p:nvSpPr>
          <p:spPr>
            <a:xfrm>
              <a:off x="2687452" y="-845991"/>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10"/>
            <p:cNvGrpSpPr/>
            <p:nvPr/>
          </p:nvGrpSpPr>
          <p:grpSpPr>
            <a:xfrm>
              <a:off x="3252412" y="33090"/>
              <a:ext cx="743488" cy="602656"/>
              <a:chOff x="1005462" y="33090"/>
              <a:chExt cx="743488" cy="602656"/>
            </a:xfrm>
          </p:grpSpPr>
          <p:sp>
            <p:nvSpPr>
              <p:cNvPr id="313" name="Google Shape;313;p10"/>
              <p:cNvSpPr/>
              <p:nvPr/>
            </p:nvSpPr>
            <p:spPr>
              <a:xfrm>
                <a:off x="1005462" y="603862"/>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0"/>
              <p:cNvSpPr/>
              <p:nvPr/>
            </p:nvSpPr>
            <p:spPr>
              <a:xfrm>
                <a:off x="1100573" y="508697"/>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0"/>
              <p:cNvSpPr/>
              <p:nvPr/>
            </p:nvSpPr>
            <p:spPr>
              <a:xfrm>
                <a:off x="1195739" y="413586"/>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0"/>
              <p:cNvSpPr/>
              <p:nvPr/>
            </p:nvSpPr>
            <p:spPr>
              <a:xfrm>
                <a:off x="1290850" y="318476"/>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0"/>
              <p:cNvSpPr/>
              <p:nvPr/>
            </p:nvSpPr>
            <p:spPr>
              <a:xfrm>
                <a:off x="1385961" y="223311"/>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0"/>
              <p:cNvSpPr/>
              <p:nvPr/>
            </p:nvSpPr>
            <p:spPr>
              <a:xfrm>
                <a:off x="1481126" y="128200"/>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0"/>
              <p:cNvSpPr/>
              <p:nvPr/>
            </p:nvSpPr>
            <p:spPr>
              <a:xfrm>
                <a:off x="1576238" y="33090"/>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 name="Google Shape;320;p10"/>
            <p:cNvGrpSpPr/>
            <p:nvPr/>
          </p:nvGrpSpPr>
          <p:grpSpPr>
            <a:xfrm>
              <a:off x="3409250" y="-113896"/>
              <a:ext cx="1208950" cy="1034520"/>
              <a:chOff x="5451525" y="-113896"/>
              <a:chExt cx="1208950" cy="1034520"/>
            </a:xfrm>
          </p:grpSpPr>
          <p:sp>
            <p:nvSpPr>
              <p:cNvPr id="321" name="Google Shape;321;p10"/>
              <p:cNvSpPr/>
              <p:nvPr/>
            </p:nvSpPr>
            <p:spPr>
              <a:xfrm>
                <a:off x="5889324" y="-113896"/>
                <a:ext cx="771151" cy="964344"/>
              </a:xfrm>
              <a:custGeom>
                <a:avLst/>
                <a:gdLst/>
                <a:ahLst/>
                <a:cxnLst/>
                <a:rect l="l" t="t" r="r" b="b"/>
                <a:pathLst>
                  <a:path w="14270" h="17845" extrusionOk="0">
                    <a:moveTo>
                      <a:pt x="14184" y="1"/>
                    </a:moveTo>
                    <a:cubicBezTo>
                      <a:pt x="14165" y="1"/>
                      <a:pt x="14146" y="9"/>
                      <a:pt x="14130" y="24"/>
                    </a:cubicBezTo>
                    <a:lnTo>
                      <a:pt x="4188" y="9958"/>
                    </a:lnTo>
                    <a:cubicBezTo>
                      <a:pt x="4173" y="9973"/>
                      <a:pt x="4165" y="9997"/>
                      <a:pt x="4165" y="10020"/>
                    </a:cubicBezTo>
                    <a:lnTo>
                      <a:pt x="4165" y="13680"/>
                    </a:lnTo>
                    <a:lnTo>
                      <a:pt x="1187" y="16658"/>
                    </a:lnTo>
                    <a:cubicBezTo>
                      <a:pt x="1065" y="16560"/>
                      <a:pt x="921" y="16514"/>
                      <a:pt x="780" y="16514"/>
                    </a:cubicBezTo>
                    <a:cubicBezTo>
                      <a:pt x="509" y="16514"/>
                      <a:pt x="245" y="16680"/>
                      <a:pt x="148" y="16961"/>
                    </a:cubicBezTo>
                    <a:cubicBezTo>
                      <a:pt x="1" y="17395"/>
                      <a:pt x="327" y="17845"/>
                      <a:pt x="776" y="17845"/>
                    </a:cubicBezTo>
                    <a:cubicBezTo>
                      <a:pt x="1335" y="17845"/>
                      <a:pt x="1645" y="17209"/>
                      <a:pt x="1304" y="16774"/>
                    </a:cubicBezTo>
                    <a:lnTo>
                      <a:pt x="4305" y="13766"/>
                    </a:lnTo>
                    <a:cubicBezTo>
                      <a:pt x="4320" y="13750"/>
                      <a:pt x="4328" y="13735"/>
                      <a:pt x="4336" y="13711"/>
                    </a:cubicBezTo>
                    <a:lnTo>
                      <a:pt x="4336" y="10051"/>
                    </a:lnTo>
                    <a:lnTo>
                      <a:pt x="14239" y="140"/>
                    </a:lnTo>
                    <a:cubicBezTo>
                      <a:pt x="14270" y="109"/>
                      <a:pt x="14270" y="55"/>
                      <a:pt x="14239" y="24"/>
                    </a:cubicBezTo>
                    <a:cubicBezTo>
                      <a:pt x="14223" y="9"/>
                      <a:pt x="14204" y="1"/>
                      <a:pt x="1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2" name="Google Shape;322;p10"/>
              <p:cNvGrpSpPr/>
              <p:nvPr/>
            </p:nvGrpSpPr>
            <p:grpSpPr>
              <a:xfrm>
                <a:off x="5451525" y="6"/>
                <a:ext cx="921187" cy="920619"/>
                <a:chOff x="3429875" y="1645831"/>
                <a:chExt cx="921187" cy="920619"/>
              </a:xfrm>
            </p:grpSpPr>
            <p:sp>
              <p:nvSpPr>
                <p:cNvPr id="323" name="Google Shape;323;p10"/>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0"/>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0"/>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0"/>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0"/>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0"/>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01"/>
        <p:cNvGrpSpPr/>
        <p:nvPr/>
      </p:nvGrpSpPr>
      <p:grpSpPr>
        <a:xfrm>
          <a:off x="0" y="0"/>
          <a:ext cx="0" cy="0"/>
          <a:chOff x="0" y="0"/>
          <a:chExt cx="0" cy="0"/>
        </a:xfrm>
      </p:grpSpPr>
      <p:sp>
        <p:nvSpPr>
          <p:cNvPr id="402" name="Google Shape;402;p14"/>
          <p:cNvSpPr txBox="1">
            <a:spLocks noGrp="1"/>
          </p:cNvSpPr>
          <p:nvPr>
            <p:ph type="title"/>
          </p:nvPr>
        </p:nvSpPr>
        <p:spPr>
          <a:xfrm>
            <a:off x="720000" y="368275"/>
            <a:ext cx="7704000" cy="64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3" name="Google Shape;403;p14"/>
          <p:cNvSpPr/>
          <p:nvPr/>
        </p:nvSpPr>
        <p:spPr>
          <a:xfrm>
            <a:off x="8315902" y="920634"/>
            <a:ext cx="1659839" cy="1844980"/>
          </a:xfrm>
          <a:custGeom>
            <a:avLst/>
            <a:gdLst/>
            <a:ahLst/>
            <a:cxnLst/>
            <a:rect l="l" t="t" r="r" b="b"/>
            <a:pathLst>
              <a:path w="30715" h="34141" extrusionOk="0">
                <a:moveTo>
                  <a:pt x="30626" y="1"/>
                </a:moveTo>
                <a:cubicBezTo>
                  <a:pt x="30604" y="1"/>
                  <a:pt x="30583" y="8"/>
                  <a:pt x="30567" y="24"/>
                </a:cubicBezTo>
                <a:lnTo>
                  <a:pt x="4349" y="26243"/>
                </a:lnTo>
                <a:cubicBezTo>
                  <a:pt x="4333" y="26258"/>
                  <a:pt x="4325" y="26282"/>
                  <a:pt x="4325" y="26305"/>
                </a:cubicBezTo>
                <a:lnTo>
                  <a:pt x="4325" y="29965"/>
                </a:lnTo>
                <a:lnTo>
                  <a:pt x="1347" y="32943"/>
                </a:lnTo>
                <a:cubicBezTo>
                  <a:pt x="1213" y="32838"/>
                  <a:pt x="1072" y="32794"/>
                  <a:pt x="938" y="32794"/>
                </a:cubicBezTo>
                <a:cubicBezTo>
                  <a:pt x="417" y="32794"/>
                  <a:pt x="1" y="33473"/>
                  <a:pt x="463" y="33936"/>
                </a:cubicBezTo>
                <a:cubicBezTo>
                  <a:pt x="607" y="34079"/>
                  <a:pt x="771" y="34140"/>
                  <a:pt x="929" y="34140"/>
                </a:cubicBezTo>
                <a:cubicBezTo>
                  <a:pt x="1418" y="34140"/>
                  <a:pt x="1851" y="33558"/>
                  <a:pt x="1464" y="33059"/>
                </a:cubicBezTo>
                <a:lnTo>
                  <a:pt x="4465" y="30050"/>
                </a:lnTo>
                <a:cubicBezTo>
                  <a:pt x="4480" y="30035"/>
                  <a:pt x="4488" y="30019"/>
                  <a:pt x="4488" y="29996"/>
                </a:cubicBezTo>
                <a:lnTo>
                  <a:pt x="4488" y="26336"/>
                </a:lnTo>
                <a:lnTo>
                  <a:pt x="9436" y="21388"/>
                </a:lnTo>
                <a:lnTo>
                  <a:pt x="10180" y="21412"/>
                </a:lnTo>
                <a:lnTo>
                  <a:pt x="12995" y="18604"/>
                </a:lnTo>
                <a:lnTo>
                  <a:pt x="12972" y="17860"/>
                </a:lnTo>
                <a:lnTo>
                  <a:pt x="30684" y="140"/>
                </a:lnTo>
                <a:cubicBezTo>
                  <a:pt x="30715" y="109"/>
                  <a:pt x="30715" y="55"/>
                  <a:pt x="30684" y="24"/>
                </a:cubicBezTo>
                <a:cubicBezTo>
                  <a:pt x="30668" y="8"/>
                  <a:pt x="30647" y="1"/>
                  <a:pt x="306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4" name="Google Shape;404;p14"/>
          <p:cNvGrpSpPr/>
          <p:nvPr/>
        </p:nvGrpSpPr>
        <p:grpSpPr>
          <a:xfrm>
            <a:off x="8403796" y="804747"/>
            <a:ext cx="1400135" cy="1397586"/>
            <a:chOff x="1182471" y="-1089503"/>
            <a:chExt cx="1400135" cy="1397586"/>
          </a:xfrm>
        </p:grpSpPr>
        <p:sp>
          <p:nvSpPr>
            <p:cNvPr id="405" name="Google Shape;405;p14"/>
            <p:cNvSpPr/>
            <p:nvPr/>
          </p:nvSpPr>
          <p:spPr>
            <a:xfrm>
              <a:off x="2530619" y="-1089503"/>
              <a:ext cx="51986" cy="48582"/>
            </a:xfrm>
            <a:custGeom>
              <a:avLst/>
              <a:gdLst/>
              <a:ahLst/>
              <a:cxnLst/>
              <a:rect l="l" t="t" r="r" b="b"/>
              <a:pathLst>
                <a:path w="962" h="899" extrusionOk="0">
                  <a:moveTo>
                    <a:pt x="469" y="1"/>
                  </a:moveTo>
                  <a:cubicBezTo>
                    <a:pt x="440" y="1"/>
                    <a:pt x="411" y="3"/>
                    <a:pt x="380" y="7"/>
                  </a:cubicBezTo>
                  <a:cubicBezTo>
                    <a:pt x="357" y="15"/>
                    <a:pt x="326" y="22"/>
                    <a:pt x="303" y="30"/>
                  </a:cubicBezTo>
                  <a:cubicBezTo>
                    <a:pt x="272" y="46"/>
                    <a:pt x="248" y="61"/>
                    <a:pt x="225" y="77"/>
                  </a:cubicBezTo>
                  <a:cubicBezTo>
                    <a:pt x="194" y="92"/>
                    <a:pt x="171" y="108"/>
                    <a:pt x="155" y="131"/>
                  </a:cubicBezTo>
                  <a:cubicBezTo>
                    <a:pt x="132" y="154"/>
                    <a:pt x="117" y="170"/>
                    <a:pt x="101" y="201"/>
                  </a:cubicBezTo>
                  <a:cubicBezTo>
                    <a:pt x="86" y="224"/>
                    <a:pt x="70" y="247"/>
                    <a:pt x="54" y="278"/>
                  </a:cubicBezTo>
                  <a:cubicBezTo>
                    <a:pt x="47" y="301"/>
                    <a:pt x="39" y="332"/>
                    <a:pt x="31" y="356"/>
                  </a:cubicBezTo>
                  <a:cubicBezTo>
                    <a:pt x="0" y="503"/>
                    <a:pt x="47" y="658"/>
                    <a:pt x="155" y="767"/>
                  </a:cubicBezTo>
                  <a:cubicBezTo>
                    <a:pt x="171" y="782"/>
                    <a:pt x="194" y="805"/>
                    <a:pt x="225" y="821"/>
                  </a:cubicBezTo>
                  <a:cubicBezTo>
                    <a:pt x="248" y="837"/>
                    <a:pt x="272" y="852"/>
                    <a:pt x="303" y="860"/>
                  </a:cubicBezTo>
                  <a:cubicBezTo>
                    <a:pt x="326" y="868"/>
                    <a:pt x="357" y="883"/>
                    <a:pt x="380" y="883"/>
                  </a:cubicBezTo>
                  <a:cubicBezTo>
                    <a:pt x="411" y="891"/>
                    <a:pt x="442" y="899"/>
                    <a:pt x="473" y="899"/>
                  </a:cubicBezTo>
                  <a:cubicBezTo>
                    <a:pt x="752" y="899"/>
                    <a:pt x="962" y="635"/>
                    <a:pt x="908" y="356"/>
                  </a:cubicBezTo>
                  <a:cubicBezTo>
                    <a:pt x="900" y="332"/>
                    <a:pt x="892" y="301"/>
                    <a:pt x="884" y="278"/>
                  </a:cubicBezTo>
                  <a:cubicBezTo>
                    <a:pt x="877" y="247"/>
                    <a:pt x="861" y="224"/>
                    <a:pt x="845" y="201"/>
                  </a:cubicBezTo>
                  <a:cubicBezTo>
                    <a:pt x="830" y="170"/>
                    <a:pt x="807" y="154"/>
                    <a:pt x="783" y="131"/>
                  </a:cubicBezTo>
                  <a:cubicBezTo>
                    <a:pt x="768" y="108"/>
                    <a:pt x="745" y="92"/>
                    <a:pt x="721" y="77"/>
                  </a:cubicBezTo>
                  <a:cubicBezTo>
                    <a:pt x="690" y="61"/>
                    <a:pt x="667" y="46"/>
                    <a:pt x="644" y="30"/>
                  </a:cubicBezTo>
                  <a:cubicBezTo>
                    <a:pt x="613" y="22"/>
                    <a:pt x="590" y="15"/>
                    <a:pt x="559" y="7"/>
                  </a:cubicBezTo>
                  <a:cubicBezTo>
                    <a:pt x="528" y="3"/>
                    <a:pt x="498" y="1"/>
                    <a:pt x="4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4"/>
            <p:cNvSpPr/>
            <p:nvPr/>
          </p:nvSpPr>
          <p:spPr>
            <a:xfrm>
              <a:off x="2399895" y="-967102"/>
              <a:ext cx="67064" cy="48528"/>
            </a:xfrm>
            <a:custGeom>
              <a:avLst/>
              <a:gdLst/>
              <a:ahLst/>
              <a:cxnLst/>
              <a:rect l="l" t="t" r="r" b="b"/>
              <a:pathLst>
                <a:path w="1241" h="898" extrusionOk="0">
                  <a:moveTo>
                    <a:pt x="615" y="1"/>
                  </a:moveTo>
                  <a:cubicBezTo>
                    <a:pt x="250" y="1"/>
                    <a:pt x="0" y="471"/>
                    <a:pt x="302" y="766"/>
                  </a:cubicBezTo>
                  <a:cubicBezTo>
                    <a:pt x="387" y="851"/>
                    <a:pt x="504" y="898"/>
                    <a:pt x="620" y="898"/>
                  </a:cubicBezTo>
                  <a:cubicBezTo>
                    <a:pt x="1109" y="898"/>
                    <a:pt x="1240" y="223"/>
                    <a:pt x="791" y="37"/>
                  </a:cubicBezTo>
                  <a:cubicBezTo>
                    <a:pt x="730" y="12"/>
                    <a:pt x="671" y="1"/>
                    <a:pt x="6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4"/>
            <p:cNvSpPr/>
            <p:nvPr/>
          </p:nvSpPr>
          <p:spPr>
            <a:xfrm>
              <a:off x="1418844" y="14375"/>
              <a:ext cx="67064" cy="48528"/>
            </a:xfrm>
            <a:custGeom>
              <a:avLst/>
              <a:gdLst/>
              <a:ahLst/>
              <a:cxnLst/>
              <a:rect l="l" t="t" r="r" b="b"/>
              <a:pathLst>
                <a:path w="1241" h="898" extrusionOk="0">
                  <a:moveTo>
                    <a:pt x="611" y="0"/>
                  </a:moveTo>
                  <a:cubicBezTo>
                    <a:pt x="244" y="0"/>
                    <a:pt x="1" y="464"/>
                    <a:pt x="302" y="766"/>
                  </a:cubicBezTo>
                  <a:cubicBezTo>
                    <a:pt x="388" y="851"/>
                    <a:pt x="496" y="898"/>
                    <a:pt x="620" y="898"/>
                  </a:cubicBezTo>
                  <a:cubicBezTo>
                    <a:pt x="1109" y="898"/>
                    <a:pt x="1241" y="223"/>
                    <a:pt x="791" y="37"/>
                  </a:cubicBezTo>
                  <a:cubicBezTo>
                    <a:pt x="729" y="12"/>
                    <a:pt x="668" y="0"/>
                    <a:pt x="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4"/>
            <p:cNvSpPr/>
            <p:nvPr/>
          </p:nvSpPr>
          <p:spPr>
            <a:xfrm>
              <a:off x="2277494" y="-844323"/>
              <a:ext cx="67118" cy="48582"/>
            </a:xfrm>
            <a:custGeom>
              <a:avLst/>
              <a:gdLst/>
              <a:ahLst/>
              <a:cxnLst/>
              <a:rect l="l" t="t" r="r" b="b"/>
              <a:pathLst>
                <a:path w="1242" h="899" extrusionOk="0">
                  <a:moveTo>
                    <a:pt x="606" y="1"/>
                  </a:moveTo>
                  <a:cubicBezTo>
                    <a:pt x="244" y="1"/>
                    <a:pt x="0" y="465"/>
                    <a:pt x="295" y="766"/>
                  </a:cubicBezTo>
                  <a:cubicBezTo>
                    <a:pt x="380" y="852"/>
                    <a:pt x="497" y="898"/>
                    <a:pt x="613" y="898"/>
                  </a:cubicBezTo>
                  <a:cubicBezTo>
                    <a:pt x="1102" y="898"/>
                    <a:pt x="1241" y="223"/>
                    <a:pt x="784" y="37"/>
                  </a:cubicBezTo>
                  <a:cubicBezTo>
                    <a:pt x="723" y="12"/>
                    <a:pt x="663"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4"/>
            <p:cNvSpPr/>
            <p:nvPr/>
          </p:nvSpPr>
          <p:spPr>
            <a:xfrm>
              <a:off x="1296064" y="136722"/>
              <a:ext cx="67064" cy="48582"/>
            </a:xfrm>
            <a:custGeom>
              <a:avLst/>
              <a:gdLst/>
              <a:ahLst/>
              <a:cxnLst/>
              <a:rect l="l" t="t" r="r" b="b"/>
              <a:pathLst>
                <a:path w="1241" h="899" extrusionOk="0">
                  <a:moveTo>
                    <a:pt x="605" y="1"/>
                  </a:moveTo>
                  <a:cubicBezTo>
                    <a:pt x="243" y="1"/>
                    <a:pt x="0" y="465"/>
                    <a:pt x="302" y="766"/>
                  </a:cubicBezTo>
                  <a:cubicBezTo>
                    <a:pt x="380" y="852"/>
                    <a:pt x="496" y="898"/>
                    <a:pt x="620" y="898"/>
                  </a:cubicBezTo>
                  <a:cubicBezTo>
                    <a:pt x="1109" y="898"/>
                    <a:pt x="1240" y="223"/>
                    <a:pt x="783" y="37"/>
                  </a:cubicBezTo>
                  <a:cubicBezTo>
                    <a:pt x="722" y="12"/>
                    <a:pt x="662" y="1"/>
                    <a:pt x="6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4"/>
            <p:cNvSpPr/>
            <p:nvPr/>
          </p:nvSpPr>
          <p:spPr>
            <a:xfrm>
              <a:off x="1909532" y="-476363"/>
              <a:ext cx="67118" cy="48528"/>
            </a:xfrm>
            <a:custGeom>
              <a:avLst/>
              <a:gdLst/>
              <a:ahLst/>
              <a:cxnLst/>
              <a:rect l="l" t="t" r="r" b="b"/>
              <a:pathLst>
                <a:path w="1242" h="898" extrusionOk="0">
                  <a:moveTo>
                    <a:pt x="606" y="0"/>
                  </a:moveTo>
                  <a:cubicBezTo>
                    <a:pt x="244" y="0"/>
                    <a:pt x="0" y="464"/>
                    <a:pt x="295" y="766"/>
                  </a:cubicBezTo>
                  <a:cubicBezTo>
                    <a:pt x="381" y="851"/>
                    <a:pt x="497" y="898"/>
                    <a:pt x="613" y="898"/>
                  </a:cubicBezTo>
                  <a:cubicBezTo>
                    <a:pt x="1102" y="898"/>
                    <a:pt x="1241" y="223"/>
                    <a:pt x="784" y="37"/>
                  </a:cubicBezTo>
                  <a:cubicBezTo>
                    <a:pt x="723" y="12"/>
                    <a:pt x="663" y="0"/>
                    <a:pt x="6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4"/>
            <p:cNvSpPr/>
            <p:nvPr/>
          </p:nvSpPr>
          <p:spPr>
            <a:xfrm>
              <a:off x="2154714" y="-721922"/>
              <a:ext cx="67064" cy="48528"/>
            </a:xfrm>
            <a:custGeom>
              <a:avLst/>
              <a:gdLst/>
              <a:ahLst/>
              <a:cxnLst/>
              <a:rect l="l" t="t" r="r" b="b"/>
              <a:pathLst>
                <a:path w="1241" h="898" extrusionOk="0">
                  <a:moveTo>
                    <a:pt x="613" y="0"/>
                  </a:moveTo>
                  <a:cubicBezTo>
                    <a:pt x="245" y="0"/>
                    <a:pt x="0" y="471"/>
                    <a:pt x="303" y="773"/>
                  </a:cubicBezTo>
                  <a:cubicBezTo>
                    <a:pt x="388" y="851"/>
                    <a:pt x="496" y="898"/>
                    <a:pt x="621" y="898"/>
                  </a:cubicBezTo>
                  <a:cubicBezTo>
                    <a:pt x="1109" y="898"/>
                    <a:pt x="1241" y="223"/>
                    <a:pt x="791" y="37"/>
                  </a:cubicBezTo>
                  <a:cubicBezTo>
                    <a:pt x="730" y="12"/>
                    <a:pt x="670"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4"/>
            <p:cNvSpPr/>
            <p:nvPr/>
          </p:nvSpPr>
          <p:spPr>
            <a:xfrm>
              <a:off x="2031934" y="-599143"/>
              <a:ext cx="67496" cy="48528"/>
            </a:xfrm>
            <a:custGeom>
              <a:avLst/>
              <a:gdLst/>
              <a:ahLst/>
              <a:cxnLst/>
              <a:rect l="l" t="t" r="r" b="b"/>
              <a:pathLst>
                <a:path w="1249" h="898" extrusionOk="0">
                  <a:moveTo>
                    <a:pt x="613" y="0"/>
                  </a:moveTo>
                  <a:cubicBezTo>
                    <a:pt x="250" y="0"/>
                    <a:pt x="1" y="464"/>
                    <a:pt x="302" y="766"/>
                  </a:cubicBezTo>
                  <a:cubicBezTo>
                    <a:pt x="388" y="851"/>
                    <a:pt x="504" y="898"/>
                    <a:pt x="620" y="898"/>
                  </a:cubicBezTo>
                  <a:cubicBezTo>
                    <a:pt x="1109" y="898"/>
                    <a:pt x="1249" y="223"/>
                    <a:pt x="791" y="37"/>
                  </a:cubicBezTo>
                  <a:cubicBezTo>
                    <a:pt x="730" y="12"/>
                    <a:pt x="670"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4"/>
            <p:cNvSpPr/>
            <p:nvPr/>
          </p:nvSpPr>
          <p:spPr>
            <a:xfrm>
              <a:off x="1786752" y="-353962"/>
              <a:ext cx="67118" cy="48528"/>
            </a:xfrm>
            <a:custGeom>
              <a:avLst/>
              <a:gdLst/>
              <a:ahLst/>
              <a:cxnLst/>
              <a:rect l="l" t="t" r="r" b="b"/>
              <a:pathLst>
                <a:path w="1242" h="898" extrusionOk="0">
                  <a:moveTo>
                    <a:pt x="613" y="0"/>
                  </a:moveTo>
                  <a:cubicBezTo>
                    <a:pt x="245" y="0"/>
                    <a:pt x="1" y="471"/>
                    <a:pt x="303" y="773"/>
                  </a:cubicBezTo>
                  <a:cubicBezTo>
                    <a:pt x="388" y="851"/>
                    <a:pt x="497" y="897"/>
                    <a:pt x="621" y="897"/>
                  </a:cubicBezTo>
                  <a:cubicBezTo>
                    <a:pt x="1109" y="897"/>
                    <a:pt x="1241" y="223"/>
                    <a:pt x="791" y="36"/>
                  </a:cubicBezTo>
                  <a:cubicBezTo>
                    <a:pt x="730" y="11"/>
                    <a:pt x="670"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4"/>
            <p:cNvSpPr/>
            <p:nvPr/>
          </p:nvSpPr>
          <p:spPr>
            <a:xfrm>
              <a:off x="1664026" y="-231237"/>
              <a:ext cx="67442" cy="48582"/>
            </a:xfrm>
            <a:custGeom>
              <a:avLst/>
              <a:gdLst/>
              <a:ahLst/>
              <a:cxnLst/>
              <a:rect l="l" t="t" r="r" b="b"/>
              <a:pathLst>
                <a:path w="1248" h="899" extrusionOk="0">
                  <a:moveTo>
                    <a:pt x="613" y="1"/>
                  </a:moveTo>
                  <a:cubicBezTo>
                    <a:pt x="249" y="1"/>
                    <a:pt x="0" y="465"/>
                    <a:pt x="302" y="767"/>
                  </a:cubicBezTo>
                  <a:cubicBezTo>
                    <a:pt x="387" y="852"/>
                    <a:pt x="503" y="898"/>
                    <a:pt x="620" y="898"/>
                  </a:cubicBezTo>
                  <a:cubicBezTo>
                    <a:pt x="1108" y="898"/>
                    <a:pt x="1248" y="224"/>
                    <a:pt x="790" y="38"/>
                  </a:cubicBezTo>
                  <a:cubicBezTo>
                    <a:pt x="729" y="12"/>
                    <a:pt x="670" y="1"/>
                    <a:pt x="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4"/>
            <p:cNvSpPr/>
            <p:nvPr/>
          </p:nvSpPr>
          <p:spPr>
            <a:xfrm>
              <a:off x="1541624" y="-108836"/>
              <a:ext cx="67064" cy="48960"/>
            </a:xfrm>
            <a:custGeom>
              <a:avLst/>
              <a:gdLst/>
              <a:ahLst/>
              <a:cxnLst/>
              <a:rect l="l" t="t" r="r" b="b"/>
              <a:pathLst>
                <a:path w="1241" h="906" extrusionOk="0">
                  <a:moveTo>
                    <a:pt x="613" y="1"/>
                  </a:moveTo>
                  <a:cubicBezTo>
                    <a:pt x="245" y="1"/>
                    <a:pt x="0" y="472"/>
                    <a:pt x="302" y="774"/>
                  </a:cubicBezTo>
                  <a:cubicBezTo>
                    <a:pt x="380" y="859"/>
                    <a:pt x="496" y="906"/>
                    <a:pt x="613" y="906"/>
                  </a:cubicBezTo>
                  <a:cubicBezTo>
                    <a:pt x="1109" y="906"/>
                    <a:pt x="1241" y="231"/>
                    <a:pt x="791" y="37"/>
                  </a:cubicBezTo>
                  <a:cubicBezTo>
                    <a:pt x="730" y="12"/>
                    <a:pt x="670" y="1"/>
                    <a:pt x="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4"/>
            <p:cNvSpPr/>
            <p:nvPr/>
          </p:nvSpPr>
          <p:spPr>
            <a:xfrm>
              <a:off x="1182471" y="259501"/>
              <a:ext cx="48636" cy="48582"/>
            </a:xfrm>
            <a:custGeom>
              <a:avLst/>
              <a:gdLst/>
              <a:ahLst/>
              <a:cxnLst/>
              <a:rect l="l" t="t" r="r" b="b"/>
              <a:pathLst>
                <a:path w="900" h="899" extrusionOk="0">
                  <a:moveTo>
                    <a:pt x="454" y="1"/>
                  </a:moveTo>
                  <a:cubicBezTo>
                    <a:pt x="425" y="1"/>
                    <a:pt x="396" y="3"/>
                    <a:pt x="365" y="6"/>
                  </a:cubicBezTo>
                  <a:cubicBezTo>
                    <a:pt x="334" y="14"/>
                    <a:pt x="310" y="22"/>
                    <a:pt x="279" y="37"/>
                  </a:cubicBezTo>
                  <a:cubicBezTo>
                    <a:pt x="256" y="45"/>
                    <a:pt x="225" y="61"/>
                    <a:pt x="202" y="76"/>
                  </a:cubicBezTo>
                  <a:cubicBezTo>
                    <a:pt x="178" y="92"/>
                    <a:pt x="155" y="107"/>
                    <a:pt x="140" y="131"/>
                  </a:cubicBezTo>
                  <a:cubicBezTo>
                    <a:pt x="116" y="154"/>
                    <a:pt x="93" y="177"/>
                    <a:pt x="78" y="200"/>
                  </a:cubicBezTo>
                  <a:cubicBezTo>
                    <a:pt x="62" y="224"/>
                    <a:pt x="47" y="247"/>
                    <a:pt x="39" y="278"/>
                  </a:cubicBezTo>
                  <a:cubicBezTo>
                    <a:pt x="31" y="301"/>
                    <a:pt x="23" y="332"/>
                    <a:pt x="16" y="363"/>
                  </a:cubicBezTo>
                  <a:cubicBezTo>
                    <a:pt x="0" y="417"/>
                    <a:pt x="0" y="479"/>
                    <a:pt x="16" y="534"/>
                  </a:cubicBezTo>
                  <a:cubicBezTo>
                    <a:pt x="23" y="565"/>
                    <a:pt x="31" y="596"/>
                    <a:pt x="39" y="619"/>
                  </a:cubicBezTo>
                  <a:cubicBezTo>
                    <a:pt x="47" y="642"/>
                    <a:pt x="62" y="673"/>
                    <a:pt x="78" y="697"/>
                  </a:cubicBezTo>
                  <a:cubicBezTo>
                    <a:pt x="93" y="720"/>
                    <a:pt x="116" y="743"/>
                    <a:pt x="140" y="766"/>
                  </a:cubicBezTo>
                  <a:cubicBezTo>
                    <a:pt x="217" y="852"/>
                    <a:pt x="334" y="898"/>
                    <a:pt x="450" y="898"/>
                  </a:cubicBezTo>
                  <a:cubicBezTo>
                    <a:pt x="481" y="898"/>
                    <a:pt x="512" y="890"/>
                    <a:pt x="543" y="890"/>
                  </a:cubicBezTo>
                  <a:cubicBezTo>
                    <a:pt x="566" y="883"/>
                    <a:pt x="597" y="875"/>
                    <a:pt x="628" y="859"/>
                  </a:cubicBezTo>
                  <a:cubicBezTo>
                    <a:pt x="652" y="852"/>
                    <a:pt x="675" y="836"/>
                    <a:pt x="706" y="821"/>
                  </a:cubicBezTo>
                  <a:cubicBezTo>
                    <a:pt x="729" y="805"/>
                    <a:pt x="752" y="782"/>
                    <a:pt x="768" y="766"/>
                  </a:cubicBezTo>
                  <a:cubicBezTo>
                    <a:pt x="791" y="743"/>
                    <a:pt x="807" y="720"/>
                    <a:pt x="822" y="697"/>
                  </a:cubicBezTo>
                  <a:cubicBezTo>
                    <a:pt x="838" y="673"/>
                    <a:pt x="853" y="642"/>
                    <a:pt x="869" y="619"/>
                  </a:cubicBezTo>
                  <a:cubicBezTo>
                    <a:pt x="876" y="596"/>
                    <a:pt x="884" y="565"/>
                    <a:pt x="892" y="534"/>
                  </a:cubicBezTo>
                  <a:cubicBezTo>
                    <a:pt x="900" y="479"/>
                    <a:pt x="900" y="417"/>
                    <a:pt x="892" y="363"/>
                  </a:cubicBezTo>
                  <a:cubicBezTo>
                    <a:pt x="884" y="332"/>
                    <a:pt x="876" y="301"/>
                    <a:pt x="869" y="278"/>
                  </a:cubicBezTo>
                  <a:cubicBezTo>
                    <a:pt x="853" y="247"/>
                    <a:pt x="838" y="224"/>
                    <a:pt x="822" y="200"/>
                  </a:cubicBezTo>
                  <a:cubicBezTo>
                    <a:pt x="807" y="177"/>
                    <a:pt x="791" y="154"/>
                    <a:pt x="768" y="131"/>
                  </a:cubicBezTo>
                  <a:cubicBezTo>
                    <a:pt x="752" y="107"/>
                    <a:pt x="729" y="92"/>
                    <a:pt x="706" y="76"/>
                  </a:cubicBezTo>
                  <a:cubicBezTo>
                    <a:pt x="675" y="61"/>
                    <a:pt x="652" y="45"/>
                    <a:pt x="628" y="37"/>
                  </a:cubicBezTo>
                  <a:cubicBezTo>
                    <a:pt x="597" y="22"/>
                    <a:pt x="566" y="14"/>
                    <a:pt x="543" y="6"/>
                  </a:cubicBezTo>
                  <a:cubicBezTo>
                    <a:pt x="512" y="3"/>
                    <a:pt x="483" y="1"/>
                    <a:pt x="4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 name="Google Shape;417;p14"/>
          <p:cNvGrpSpPr/>
          <p:nvPr/>
        </p:nvGrpSpPr>
        <p:grpSpPr>
          <a:xfrm>
            <a:off x="8774087" y="2110965"/>
            <a:ext cx="743488" cy="602656"/>
            <a:chOff x="1005462" y="33090"/>
            <a:chExt cx="743488" cy="602656"/>
          </a:xfrm>
        </p:grpSpPr>
        <p:sp>
          <p:nvSpPr>
            <p:cNvPr id="418" name="Google Shape;418;p14"/>
            <p:cNvSpPr/>
            <p:nvPr/>
          </p:nvSpPr>
          <p:spPr>
            <a:xfrm>
              <a:off x="1005462" y="603862"/>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1100573" y="508697"/>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4"/>
            <p:cNvSpPr/>
            <p:nvPr/>
          </p:nvSpPr>
          <p:spPr>
            <a:xfrm>
              <a:off x="1195739" y="413586"/>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4"/>
            <p:cNvSpPr/>
            <p:nvPr/>
          </p:nvSpPr>
          <p:spPr>
            <a:xfrm>
              <a:off x="1290850" y="318476"/>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4"/>
            <p:cNvSpPr/>
            <p:nvPr/>
          </p:nvSpPr>
          <p:spPr>
            <a:xfrm>
              <a:off x="1385961" y="223311"/>
              <a:ext cx="172712" cy="31938"/>
            </a:xfrm>
            <a:custGeom>
              <a:avLst/>
              <a:gdLst/>
              <a:ahLst/>
              <a:cxnLst/>
              <a:rect l="l" t="t" r="r" b="b"/>
              <a:pathLst>
                <a:path w="3196" h="591" extrusionOk="0">
                  <a:moveTo>
                    <a:pt x="590" y="1"/>
                  </a:moveTo>
                  <a:lnTo>
                    <a:pt x="1" y="590"/>
                  </a:lnTo>
                  <a:lnTo>
                    <a:pt x="2614" y="590"/>
                  </a:ln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4"/>
            <p:cNvSpPr/>
            <p:nvPr/>
          </p:nvSpPr>
          <p:spPr>
            <a:xfrm>
              <a:off x="1481126" y="128200"/>
              <a:ext cx="172712" cy="31884"/>
            </a:xfrm>
            <a:custGeom>
              <a:avLst/>
              <a:gdLst/>
              <a:ahLst/>
              <a:cxnLst/>
              <a:rect l="l" t="t" r="r" b="b"/>
              <a:pathLst>
                <a:path w="3196" h="590" extrusionOk="0">
                  <a:moveTo>
                    <a:pt x="590" y="1"/>
                  </a:moveTo>
                  <a:lnTo>
                    <a:pt x="0" y="590"/>
                  </a:lnTo>
                  <a:lnTo>
                    <a:pt x="2614" y="590"/>
                  </a:lnTo>
                  <a:lnTo>
                    <a:pt x="31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4"/>
            <p:cNvSpPr/>
            <p:nvPr/>
          </p:nvSpPr>
          <p:spPr>
            <a:xfrm>
              <a:off x="1576238" y="33090"/>
              <a:ext cx="172712" cy="31884"/>
            </a:xfrm>
            <a:custGeom>
              <a:avLst/>
              <a:gdLst/>
              <a:ahLst/>
              <a:cxnLst/>
              <a:rect l="l" t="t" r="r" b="b"/>
              <a:pathLst>
                <a:path w="3196" h="590" extrusionOk="0">
                  <a:moveTo>
                    <a:pt x="590" y="0"/>
                  </a:moveTo>
                  <a:lnTo>
                    <a:pt x="1" y="590"/>
                  </a:lnTo>
                  <a:lnTo>
                    <a:pt x="2614" y="590"/>
                  </a:lnTo>
                  <a:lnTo>
                    <a:pt x="3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 name="Google Shape;425;p14"/>
          <p:cNvGrpSpPr/>
          <p:nvPr/>
        </p:nvGrpSpPr>
        <p:grpSpPr>
          <a:xfrm>
            <a:off x="8504574" y="2854558"/>
            <a:ext cx="269497" cy="230589"/>
            <a:chOff x="-245801" y="266720"/>
            <a:chExt cx="269497" cy="230589"/>
          </a:xfrm>
        </p:grpSpPr>
        <p:sp>
          <p:nvSpPr>
            <p:cNvPr id="426" name="Google Shape;426;p14"/>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4"/>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14"/>
          <p:cNvSpPr/>
          <p:nvPr/>
        </p:nvSpPr>
        <p:spPr>
          <a:xfrm>
            <a:off x="8315895" y="3418534"/>
            <a:ext cx="1263293" cy="1576725"/>
          </a:xfrm>
          <a:custGeom>
            <a:avLst/>
            <a:gdLst/>
            <a:ahLst/>
            <a:cxnLst/>
            <a:rect l="l" t="t" r="r" b="b"/>
            <a:pathLst>
              <a:path w="23377" h="29177" extrusionOk="0">
                <a:moveTo>
                  <a:pt x="23291" y="1"/>
                </a:moveTo>
                <a:cubicBezTo>
                  <a:pt x="23271" y="1"/>
                  <a:pt x="23252" y="7"/>
                  <a:pt x="23237" y="18"/>
                </a:cubicBezTo>
                <a:lnTo>
                  <a:pt x="11372" y="11883"/>
                </a:lnTo>
                <a:lnTo>
                  <a:pt x="10635" y="11852"/>
                </a:lnTo>
                <a:lnTo>
                  <a:pt x="7828" y="14667"/>
                </a:lnTo>
                <a:lnTo>
                  <a:pt x="7851" y="15404"/>
                </a:lnTo>
                <a:lnTo>
                  <a:pt x="7114" y="16141"/>
                </a:lnTo>
                <a:cubicBezTo>
                  <a:pt x="7099" y="16156"/>
                  <a:pt x="7091" y="16179"/>
                  <a:pt x="7091" y="16203"/>
                </a:cubicBezTo>
                <a:lnTo>
                  <a:pt x="7091" y="22236"/>
                </a:lnTo>
                <a:lnTo>
                  <a:pt x="1345" y="27982"/>
                </a:lnTo>
                <a:cubicBezTo>
                  <a:pt x="1209" y="27875"/>
                  <a:pt x="1067" y="27829"/>
                  <a:pt x="932" y="27829"/>
                </a:cubicBezTo>
                <a:cubicBezTo>
                  <a:pt x="412" y="27829"/>
                  <a:pt x="1" y="28507"/>
                  <a:pt x="469" y="28975"/>
                </a:cubicBezTo>
                <a:cubicBezTo>
                  <a:pt x="610" y="29116"/>
                  <a:pt x="772" y="29176"/>
                  <a:pt x="928" y="29176"/>
                </a:cubicBezTo>
                <a:cubicBezTo>
                  <a:pt x="1414" y="29176"/>
                  <a:pt x="1848" y="28597"/>
                  <a:pt x="1461" y="28099"/>
                </a:cubicBezTo>
                <a:lnTo>
                  <a:pt x="7231" y="22329"/>
                </a:lnTo>
                <a:cubicBezTo>
                  <a:pt x="7246" y="22313"/>
                  <a:pt x="7254" y="22290"/>
                  <a:pt x="7254" y="22267"/>
                </a:cubicBezTo>
                <a:lnTo>
                  <a:pt x="7254" y="16226"/>
                </a:lnTo>
                <a:lnTo>
                  <a:pt x="23345" y="135"/>
                </a:lnTo>
                <a:cubicBezTo>
                  <a:pt x="23376" y="104"/>
                  <a:pt x="23376" y="49"/>
                  <a:pt x="23345" y="18"/>
                </a:cubicBezTo>
                <a:cubicBezTo>
                  <a:pt x="23330" y="7"/>
                  <a:pt x="23310" y="1"/>
                  <a:pt x="23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4"/>
          <p:cNvSpPr/>
          <p:nvPr/>
        </p:nvSpPr>
        <p:spPr>
          <a:xfrm>
            <a:off x="8824944" y="3765667"/>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14"/>
          <p:cNvGrpSpPr/>
          <p:nvPr/>
        </p:nvGrpSpPr>
        <p:grpSpPr>
          <a:xfrm>
            <a:off x="8774074" y="4745333"/>
            <a:ext cx="269497" cy="230589"/>
            <a:chOff x="-245801" y="266720"/>
            <a:chExt cx="269497" cy="230589"/>
          </a:xfrm>
        </p:grpSpPr>
        <p:sp>
          <p:nvSpPr>
            <p:cNvPr id="431" name="Google Shape;431;p14"/>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4"/>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433;p14"/>
          <p:cNvSpPr/>
          <p:nvPr/>
        </p:nvSpPr>
        <p:spPr>
          <a:xfrm>
            <a:off x="-823938" y="2154975"/>
            <a:ext cx="1727427" cy="1929540"/>
          </a:xfrm>
          <a:custGeom>
            <a:avLst/>
            <a:gdLst/>
            <a:ahLst/>
            <a:cxnLst/>
            <a:rect l="l" t="t" r="r" b="b"/>
            <a:pathLst>
              <a:path w="30555" h="34130" extrusionOk="0">
                <a:moveTo>
                  <a:pt x="29779" y="0"/>
                </a:moveTo>
                <a:cubicBezTo>
                  <a:pt x="29221" y="0"/>
                  <a:pt x="28911" y="636"/>
                  <a:pt x="29252" y="1071"/>
                </a:cubicBezTo>
                <a:lnTo>
                  <a:pt x="26251" y="4080"/>
                </a:lnTo>
                <a:cubicBezTo>
                  <a:pt x="26235" y="4095"/>
                  <a:pt x="26227" y="4118"/>
                  <a:pt x="26227" y="4134"/>
                </a:cubicBezTo>
                <a:lnTo>
                  <a:pt x="26227" y="7794"/>
                </a:lnTo>
                <a:lnTo>
                  <a:pt x="21272" y="12742"/>
                </a:lnTo>
                <a:lnTo>
                  <a:pt x="20528" y="12718"/>
                </a:lnTo>
                <a:lnTo>
                  <a:pt x="17720" y="15526"/>
                </a:lnTo>
                <a:lnTo>
                  <a:pt x="17744" y="16270"/>
                </a:lnTo>
                <a:lnTo>
                  <a:pt x="32" y="33990"/>
                </a:lnTo>
                <a:cubicBezTo>
                  <a:pt x="1" y="34021"/>
                  <a:pt x="1" y="34075"/>
                  <a:pt x="32" y="34106"/>
                </a:cubicBezTo>
                <a:cubicBezTo>
                  <a:pt x="47" y="34122"/>
                  <a:pt x="70" y="34129"/>
                  <a:pt x="86" y="34129"/>
                </a:cubicBezTo>
                <a:cubicBezTo>
                  <a:pt x="109" y="34129"/>
                  <a:pt x="133" y="34122"/>
                  <a:pt x="148" y="34106"/>
                </a:cubicBezTo>
                <a:lnTo>
                  <a:pt x="26367" y="7887"/>
                </a:lnTo>
                <a:cubicBezTo>
                  <a:pt x="26382" y="7872"/>
                  <a:pt x="26390" y="7848"/>
                  <a:pt x="26390" y="7825"/>
                </a:cubicBezTo>
                <a:lnTo>
                  <a:pt x="26390" y="4165"/>
                </a:lnTo>
                <a:lnTo>
                  <a:pt x="29368" y="1187"/>
                </a:lnTo>
                <a:cubicBezTo>
                  <a:pt x="29490" y="1283"/>
                  <a:pt x="29633" y="1327"/>
                  <a:pt x="29774" y="1327"/>
                </a:cubicBezTo>
                <a:cubicBezTo>
                  <a:pt x="30046" y="1327"/>
                  <a:pt x="30310" y="1162"/>
                  <a:pt x="30407" y="877"/>
                </a:cubicBezTo>
                <a:cubicBezTo>
                  <a:pt x="30555" y="450"/>
                  <a:pt x="30229" y="0"/>
                  <a:pt x="297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4"/>
          <p:cNvSpPr/>
          <p:nvPr/>
        </p:nvSpPr>
        <p:spPr>
          <a:xfrm>
            <a:off x="-37705" y="2800328"/>
            <a:ext cx="723026" cy="722574"/>
          </a:xfrm>
          <a:custGeom>
            <a:avLst/>
            <a:gdLst/>
            <a:ahLst/>
            <a:cxnLst/>
            <a:rect l="l" t="t" r="r" b="b"/>
            <a:pathLst>
              <a:path w="12789" h="12781" extrusionOk="0">
                <a:moveTo>
                  <a:pt x="12696" y="1"/>
                </a:moveTo>
                <a:cubicBezTo>
                  <a:pt x="12676" y="1"/>
                  <a:pt x="12656" y="9"/>
                  <a:pt x="12641" y="24"/>
                </a:cubicBezTo>
                <a:lnTo>
                  <a:pt x="32" y="12641"/>
                </a:lnTo>
                <a:cubicBezTo>
                  <a:pt x="1" y="12672"/>
                  <a:pt x="1" y="12719"/>
                  <a:pt x="32" y="12758"/>
                </a:cubicBezTo>
                <a:cubicBezTo>
                  <a:pt x="47" y="12773"/>
                  <a:pt x="63" y="12781"/>
                  <a:pt x="86" y="12781"/>
                </a:cubicBezTo>
                <a:cubicBezTo>
                  <a:pt x="109" y="12781"/>
                  <a:pt x="132" y="12773"/>
                  <a:pt x="140" y="12758"/>
                </a:cubicBezTo>
                <a:lnTo>
                  <a:pt x="12757" y="141"/>
                </a:lnTo>
                <a:cubicBezTo>
                  <a:pt x="12788" y="110"/>
                  <a:pt x="12788" y="55"/>
                  <a:pt x="12757" y="24"/>
                </a:cubicBezTo>
                <a:cubicBezTo>
                  <a:pt x="12738" y="9"/>
                  <a:pt x="12717" y="1"/>
                  <a:pt x="12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14"/>
          <p:cNvGrpSpPr/>
          <p:nvPr/>
        </p:nvGrpSpPr>
        <p:grpSpPr>
          <a:xfrm>
            <a:off x="-363200" y="2435356"/>
            <a:ext cx="921187" cy="920619"/>
            <a:chOff x="3429875" y="1645831"/>
            <a:chExt cx="921187" cy="920619"/>
          </a:xfrm>
        </p:grpSpPr>
        <p:sp>
          <p:nvSpPr>
            <p:cNvPr id="436" name="Google Shape;436;p14"/>
            <p:cNvSpPr/>
            <p:nvPr/>
          </p:nvSpPr>
          <p:spPr>
            <a:xfrm>
              <a:off x="4300181" y="1645831"/>
              <a:ext cx="50882" cy="50542"/>
            </a:xfrm>
            <a:custGeom>
              <a:avLst/>
              <a:gdLst/>
              <a:ahLst/>
              <a:cxnLst/>
              <a:rect l="l" t="t" r="r" b="b"/>
              <a:pathLst>
                <a:path w="900" h="894" extrusionOk="0">
                  <a:moveTo>
                    <a:pt x="437" y="0"/>
                  </a:moveTo>
                  <a:cubicBezTo>
                    <a:pt x="413" y="0"/>
                    <a:pt x="388" y="2"/>
                    <a:pt x="365" y="6"/>
                  </a:cubicBezTo>
                  <a:cubicBezTo>
                    <a:pt x="334" y="14"/>
                    <a:pt x="303" y="21"/>
                    <a:pt x="279" y="37"/>
                  </a:cubicBezTo>
                  <a:cubicBezTo>
                    <a:pt x="248" y="45"/>
                    <a:pt x="225" y="60"/>
                    <a:pt x="202" y="76"/>
                  </a:cubicBezTo>
                  <a:cubicBezTo>
                    <a:pt x="179" y="91"/>
                    <a:pt x="155" y="107"/>
                    <a:pt x="132" y="130"/>
                  </a:cubicBezTo>
                  <a:cubicBezTo>
                    <a:pt x="93" y="177"/>
                    <a:pt x="55" y="223"/>
                    <a:pt x="31" y="277"/>
                  </a:cubicBezTo>
                  <a:cubicBezTo>
                    <a:pt x="23" y="301"/>
                    <a:pt x="16" y="332"/>
                    <a:pt x="8" y="363"/>
                  </a:cubicBezTo>
                  <a:cubicBezTo>
                    <a:pt x="0" y="386"/>
                    <a:pt x="0" y="417"/>
                    <a:pt x="0" y="448"/>
                  </a:cubicBezTo>
                  <a:cubicBezTo>
                    <a:pt x="0" y="479"/>
                    <a:pt x="8" y="510"/>
                    <a:pt x="8" y="533"/>
                  </a:cubicBezTo>
                  <a:cubicBezTo>
                    <a:pt x="16" y="564"/>
                    <a:pt x="23" y="595"/>
                    <a:pt x="31" y="619"/>
                  </a:cubicBezTo>
                  <a:cubicBezTo>
                    <a:pt x="47" y="650"/>
                    <a:pt x="62" y="673"/>
                    <a:pt x="78" y="696"/>
                  </a:cubicBezTo>
                  <a:cubicBezTo>
                    <a:pt x="93" y="719"/>
                    <a:pt x="109" y="743"/>
                    <a:pt x="132" y="766"/>
                  </a:cubicBezTo>
                  <a:cubicBezTo>
                    <a:pt x="221" y="851"/>
                    <a:pt x="336" y="894"/>
                    <a:pt x="450" y="894"/>
                  </a:cubicBezTo>
                  <a:cubicBezTo>
                    <a:pt x="564" y="894"/>
                    <a:pt x="679" y="851"/>
                    <a:pt x="768" y="766"/>
                  </a:cubicBezTo>
                  <a:cubicBezTo>
                    <a:pt x="783" y="743"/>
                    <a:pt x="807" y="719"/>
                    <a:pt x="822" y="696"/>
                  </a:cubicBezTo>
                  <a:cubicBezTo>
                    <a:pt x="838" y="673"/>
                    <a:pt x="853" y="650"/>
                    <a:pt x="861" y="619"/>
                  </a:cubicBezTo>
                  <a:cubicBezTo>
                    <a:pt x="877" y="595"/>
                    <a:pt x="884" y="564"/>
                    <a:pt x="884" y="533"/>
                  </a:cubicBezTo>
                  <a:cubicBezTo>
                    <a:pt x="892" y="510"/>
                    <a:pt x="900" y="479"/>
                    <a:pt x="900" y="448"/>
                  </a:cubicBezTo>
                  <a:cubicBezTo>
                    <a:pt x="900" y="417"/>
                    <a:pt x="892" y="386"/>
                    <a:pt x="884" y="363"/>
                  </a:cubicBezTo>
                  <a:cubicBezTo>
                    <a:pt x="884" y="332"/>
                    <a:pt x="877" y="301"/>
                    <a:pt x="861" y="277"/>
                  </a:cubicBezTo>
                  <a:cubicBezTo>
                    <a:pt x="853" y="246"/>
                    <a:pt x="838" y="223"/>
                    <a:pt x="822" y="200"/>
                  </a:cubicBezTo>
                  <a:cubicBezTo>
                    <a:pt x="807" y="177"/>
                    <a:pt x="783" y="153"/>
                    <a:pt x="768" y="130"/>
                  </a:cubicBezTo>
                  <a:cubicBezTo>
                    <a:pt x="678" y="46"/>
                    <a:pt x="556"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4"/>
            <p:cNvSpPr/>
            <p:nvPr/>
          </p:nvSpPr>
          <p:spPr>
            <a:xfrm>
              <a:off x="3918737" y="2018681"/>
              <a:ext cx="67559" cy="50599"/>
            </a:xfrm>
            <a:custGeom>
              <a:avLst/>
              <a:gdLst/>
              <a:ahLst/>
              <a:cxnLst/>
              <a:rect l="l" t="t" r="r" b="b"/>
              <a:pathLst>
                <a:path w="1195" h="895" extrusionOk="0">
                  <a:moveTo>
                    <a:pt x="598" y="1"/>
                  </a:moveTo>
                  <a:cubicBezTo>
                    <a:pt x="483" y="1"/>
                    <a:pt x="369" y="45"/>
                    <a:pt x="280" y="134"/>
                  </a:cubicBezTo>
                  <a:cubicBezTo>
                    <a:pt x="1" y="414"/>
                    <a:pt x="202" y="894"/>
                    <a:pt x="598" y="894"/>
                  </a:cubicBezTo>
                  <a:cubicBezTo>
                    <a:pt x="1001" y="894"/>
                    <a:pt x="1195" y="414"/>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4"/>
            <p:cNvSpPr/>
            <p:nvPr/>
          </p:nvSpPr>
          <p:spPr>
            <a:xfrm>
              <a:off x="4166022" y="1769869"/>
              <a:ext cx="70160" cy="50825"/>
            </a:xfrm>
            <a:custGeom>
              <a:avLst/>
              <a:gdLst/>
              <a:ahLst/>
              <a:cxnLst/>
              <a:rect l="l" t="t" r="r" b="b"/>
              <a:pathLst>
                <a:path w="1241" h="899" extrusionOk="0">
                  <a:moveTo>
                    <a:pt x="628" y="1"/>
                  </a:moveTo>
                  <a:cubicBezTo>
                    <a:pt x="571" y="1"/>
                    <a:pt x="511" y="12"/>
                    <a:pt x="450" y="38"/>
                  </a:cubicBezTo>
                  <a:cubicBezTo>
                    <a:pt x="0" y="224"/>
                    <a:pt x="132" y="898"/>
                    <a:pt x="621" y="898"/>
                  </a:cubicBezTo>
                  <a:cubicBezTo>
                    <a:pt x="745" y="898"/>
                    <a:pt x="853" y="852"/>
                    <a:pt x="939" y="766"/>
                  </a:cubicBezTo>
                  <a:cubicBezTo>
                    <a:pt x="1240" y="465"/>
                    <a:pt x="991"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4"/>
            <p:cNvSpPr/>
            <p:nvPr/>
          </p:nvSpPr>
          <p:spPr>
            <a:xfrm>
              <a:off x="3544868" y="2391417"/>
              <a:ext cx="70103" cy="50938"/>
            </a:xfrm>
            <a:custGeom>
              <a:avLst/>
              <a:gdLst/>
              <a:ahLst/>
              <a:cxnLst/>
              <a:rect l="l" t="t" r="r" b="b"/>
              <a:pathLst>
                <a:path w="1240" h="901" extrusionOk="0">
                  <a:moveTo>
                    <a:pt x="606" y="1"/>
                  </a:moveTo>
                  <a:cubicBezTo>
                    <a:pt x="241" y="1"/>
                    <a:pt x="1" y="468"/>
                    <a:pt x="301" y="769"/>
                  </a:cubicBezTo>
                  <a:cubicBezTo>
                    <a:pt x="379" y="854"/>
                    <a:pt x="495" y="901"/>
                    <a:pt x="611" y="901"/>
                  </a:cubicBezTo>
                  <a:cubicBezTo>
                    <a:pt x="1108" y="901"/>
                    <a:pt x="1240" y="226"/>
                    <a:pt x="790" y="40"/>
                  </a:cubicBezTo>
                  <a:cubicBezTo>
                    <a:pt x="726" y="13"/>
                    <a:pt x="664" y="1"/>
                    <a:pt x="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4"/>
            <p:cNvSpPr/>
            <p:nvPr/>
          </p:nvSpPr>
          <p:spPr>
            <a:xfrm>
              <a:off x="4043227" y="1894190"/>
              <a:ext cx="67616" cy="50542"/>
            </a:xfrm>
            <a:custGeom>
              <a:avLst/>
              <a:gdLst/>
              <a:ahLst/>
              <a:cxnLst/>
              <a:rect l="l" t="t" r="r" b="b"/>
              <a:pathLst>
                <a:path w="1196" h="894" extrusionOk="0">
                  <a:moveTo>
                    <a:pt x="598" y="0"/>
                  </a:moveTo>
                  <a:cubicBezTo>
                    <a:pt x="484" y="0"/>
                    <a:pt x="369" y="45"/>
                    <a:pt x="280" y="134"/>
                  </a:cubicBezTo>
                  <a:cubicBezTo>
                    <a:pt x="1" y="413"/>
                    <a:pt x="195" y="894"/>
                    <a:pt x="598" y="894"/>
                  </a:cubicBezTo>
                  <a:cubicBezTo>
                    <a:pt x="994" y="894"/>
                    <a:pt x="1195" y="413"/>
                    <a:pt x="916" y="134"/>
                  </a:cubicBezTo>
                  <a:cubicBezTo>
                    <a:pt x="827" y="45"/>
                    <a:pt x="712" y="0"/>
                    <a:pt x="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4"/>
            <p:cNvSpPr/>
            <p:nvPr/>
          </p:nvSpPr>
          <p:spPr>
            <a:xfrm>
              <a:off x="3670151" y="2267266"/>
              <a:ext cx="67559" cy="50599"/>
            </a:xfrm>
            <a:custGeom>
              <a:avLst/>
              <a:gdLst/>
              <a:ahLst/>
              <a:cxnLst/>
              <a:rect l="l" t="t" r="r" b="b"/>
              <a:pathLst>
                <a:path w="1195" h="895" extrusionOk="0">
                  <a:moveTo>
                    <a:pt x="598" y="1"/>
                  </a:moveTo>
                  <a:cubicBezTo>
                    <a:pt x="483" y="1"/>
                    <a:pt x="369" y="45"/>
                    <a:pt x="280" y="134"/>
                  </a:cubicBezTo>
                  <a:cubicBezTo>
                    <a:pt x="1" y="413"/>
                    <a:pt x="202" y="894"/>
                    <a:pt x="598" y="894"/>
                  </a:cubicBezTo>
                  <a:cubicBezTo>
                    <a:pt x="993" y="894"/>
                    <a:pt x="1195" y="413"/>
                    <a:pt x="916" y="134"/>
                  </a:cubicBezTo>
                  <a:cubicBezTo>
                    <a:pt x="826" y="45"/>
                    <a:pt x="712" y="1"/>
                    <a:pt x="5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4"/>
            <p:cNvSpPr/>
            <p:nvPr/>
          </p:nvSpPr>
          <p:spPr>
            <a:xfrm>
              <a:off x="3794246" y="2142775"/>
              <a:ext cx="68012" cy="50995"/>
            </a:xfrm>
            <a:custGeom>
              <a:avLst/>
              <a:gdLst/>
              <a:ahLst/>
              <a:cxnLst/>
              <a:rect l="l" t="t" r="r" b="b"/>
              <a:pathLst>
                <a:path w="1203" h="902" extrusionOk="0">
                  <a:moveTo>
                    <a:pt x="601" y="0"/>
                  </a:moveTo>
                  <a:cubicBezTo>
                    <a:pt x="487" y="0"/>
                    <a:pt x="372" y="45"/>
                    <a:pt x="287" y="134"/>
                  </a:cubicBezTo>
                  <a:cubicBezTo>
                    <a:pt x="0" y="413"/>
                    <a:pt x="202" y="902"/>
                    <a:pt x="605" y="902"/>
                  </a:cubicBezTo>
                  <a:cubicBezTo>
                    <a:pt x="1001" y="902"/>
                    <a:pt x="1202" y="413"/>
                    <a:pt x="915" y="134"/>
                  </a:cubicBezTo>
                  <a:cubicBezTo>
                    <a:pt x="830" y="45"/>
                    <a:pt x="716" y="0"/>
                    <a:pt x="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p:nvPr/>
          </p:nvSpPr>
          <p:spPr>
            <a:xfrm>
              <a:off x="3429875" y="2515851"/>
              <a:ext cx="50938" cy="50599"/>
            </a:xfrm>
            <a:custGeom>
              <a:avLst/>
              <a:gdLst/>
              <a:ahLst/>
              <a:cxnLst/>
              <a:rect l="l" t="t" r="r" b="b"/>
              <a:pathLst>
                <a:path w="901" h="895" extrusionOk="0">
                  <a:moveTo>
                    <a:pt x="451" y="0"/>
                  </a:moveTo>
                  <a:cubicBezTo>
                    <a:pt x="336" y="0"/>
                    <a:pt x="222" y="45"/>
                    <a:pt x="133" y="134"/>
                  </a:cubicBezTo>
                  <a:cubicBezTo>
                    <a:pt x="110" y="150"/>
                    <a:pt x="94" y="173"/>
                    <a:pt x="79" y="196"/>
                  </a:cubicBezTo>
                  <a:cubicBezTo>
                    <a:pt x="63" y="227"/>
                    <a:pt x="48" y="251"/>
                    <a:pt x="40" y="274"/>
                  </a:cubicBezTo>
                  <a:cubicBezTo>
                    <a:pt x="24" y="305"/>
                    <a:pt x="17" y="336"/>
                    <a:pt x="9" y="359"/>
                  </a:cubicBezTo>
                  <a:cubicBezTo>
                    <a:pt x="9" y="390"/>
                    <a:pt x="1" y="421"/>
                    <a:pt x="1" y="452"/>
                  </a:cubicBezTo>
                  <a:cubicBezTo>
                    <a:pt x="1" y="569"/>
                    <a:pt x="48" y="685"/>
                    <a:pt x="133" y="762"/>
                  </a:cubicBezTo>
                  <a:cubicBezTo>
                    <a:pt x="156" y="786"/>
                    <a:pt x="179" y="809"/>
                    <a:pt x="203" y="824"/>
                  </a:cubicBezTo>
                  <a:cubicBezTo>
                    <a:pt x="226" y="840"/>
                    <a:pt x="249" y="855"/>
                    <a:pt x="280" y="863"/>
                  </a:cubicBezTo>
                  <a:cubicBezTo>
                    <a:pt x="303" y="871"/>
                    <a:pt x="334" y="879"/>
                    <a:pt x="358" y="886"/>
                  </a:cubicBezTo>
                  <a:cubicBezTo>
                    <a:pt x="389" y="894"/>
                    <a:pt x="420" y="894"/>
                    <a:pt x="451" y="894"/>
                  </a:cubicBezTo>
                  <a:cubicBezTo>
                    <a:pt x="482" y="894"/>
                    <a:pt x="505" y="894"/>
                    <a:pt x="536" y="886"/>
                  </a:cubicBezTo>
                  <a:cubicBezTo>
                    <a:pt x="598" y="879"/>
                    <a:pt x="652" y="855"/>
                    <a:pt x="699" y="824"/>
                  </a:cubicBezTo>
                  <a:cubicBezTo>
                    <a:pt x="722" y="809"/>
                    <a:pt x="745" y="786"/>
                    <a:pt x="769" y="762"/>
                  </a:cubicBezTo>
                  <a:cubicBezTo>
                    <a:pt x="846" y="685"/>
                    <a:pt x="901" y="569"/>
                    <a:pt x="901" y="452"/>
                  </a:cubicBezTo>
                  <a:cubicBezTo>
                    <a:pt x="901" y="421"/>
                    <a:pt x="893" y="390"/>
                    <a:pt x="893" y="359"/>
                  </a:cubicBezTo>
                  <a:cubicBezTo>
                    <a:pt x="885" y="336"/>
                    <a:pt x="877" y="305"/>
                    <a:pt x="862" y="274"/>
                  </a:cubicBezTo>
                  <a:cubicBezTo>
                    <a:pt x="854" y="251"/>
                    <a:pt x="839" y="227"/>
                    <a:pt x="823" y="196"/>
                  </a:cubicBezTo>
                  <a:cubicBezTo>
                    <a:pt x="807" y="173"/>
                    <a:pt x="784" y="150"/>
                    <a:pt x="769" y="134"/>
                  </a:cubicBezTo>
                  <a:cubicBezTo>
                    <a:pt x="680" y="45"/>
                    <a:pt x="565" y="0"/>
                    <a:pt x="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14"/>
          <p:cNvSpPr/>
          <p:nvPr/>
        </p:nvSpPr>
        <p:spPr>
          <a:xfrm>
            <a:off x="-59960" y="3184075"/>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475"/>
        <p:cNvGrpSpPr/>
        <p:nvPr/>
      </p:nvGrpSpPr>
      <p:grpSpPr>
        <a:xfrm>
          <a:off x="0" y="0"/>
          <a:ext cx="0" cy="0"/>
          <a:chOff x="0" y="0"/>
          <a:chExt cx="0" cy="0"/>
        </a:xfrm>
      </p:grpSpPr>
      <p:sp>
        <p:nvSpPr>
          <p:cNvPr id="476" name="Google Shape;476;p16"/>
          <p:cNvSpPr/>
          <p:nvPr/>
        </p:nvSpPr>
        <p:spPr>
          <a:xfrm>
            <a:off x="5319850" y="0"/>
            <a:ext cx="3824400" cy="2527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6"/>
          <p:cNvSpPr txBox="1">
            <a:spLocks noGrp="1"/>
          </p:cNvSpPr>
          <p:nvPr>
            <p:ph type="title"/>
          </p:nvPr>
        </p:nvSpPr>
        <p:spPr>
          <a:xfrm>
            <a:off x="713299" y="1146550"/>
            <a:ext cx="3603300" cy="116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78" name="Google Shape;478;p16"/>
          <p:cNvSpPr txBox="1">
            <a:spLocks noGrp="1"/>
          </p:cNvSpPr>
          <p:nvPr>
            <p:ph type="subTitle" idx="1"/>
          </p:nvPr>
        </p:nvSpPr>
        <p:spPr>
          <a:xfrm>
            <a:off x="713225" y="2314150"/>
            <a:ext cx="3216300" cy="1682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D1B4E5"/>
              </a:buClr>
              <a:buSzPts val="1500"/>
              <a:buFont typeface="Barlow"/>
              <a:buAutoNum type="arabicPeriod"/>
              <a:defRPr>
                <a:solidFill>
                  <a:schemeClr val="dk1"/>
                </a:solidFill>
              </a:defRPr>
            </a:lvl1pPr>
            <a:lvl2pPr lvl="1" rtl="0">
              <a:spcBef>
                <a:spcPts val="0"/>
              </a:spcBef>
              <a:spcAft>
                <a:spcPts val="0"/>
              </a:spcAft>
              <a:buClr>
                <a:srgbClr val="000000"/>
              </a:buClr>
              <a:buSzPts val="1200"/>
              <a:buFont typeface="Arimo"/>
              <a:buAutoNum type="alphaLcPeriod"/>
              <a:defRPr/>
            </a:lvl2pPr>
            <a:lvl3pPr lvl="2" rtl="0">
              <a:spcBef>
                <a:spcPts val="0"/>
              </a:spcBef>
              <a:spcAft>
                <a:spcPts val="0"/>
              </a:spcAft>
              <a:buClr>
                <a:srgbClr val="000000"/>
              </a:buClr>
              <a:buSzPts val="1200"/>
              <a:buFont typeface="Arimo"/>
              <a:buAutoNum type="romanLcPeriod"/>
              <a:defRPr/>
            </a:lvl3pPr>
            <a:lvl4pPr lvl="3" rtl="0">
              <a:spcBef>
                <a:spcPts val="0"/>
              </a:spcBef>
              <a:spcAft>
                <a:spcPts val="0"/>
              </a:spcAft>
              <a:buClr>
                <a:srgbClr val="000000"/>
              </a:buClr>
              <a:buSzPts val="1200"/>
              <a:buFont typeface="Arimo"/>
              <a:buAutoNum type="arabicPeriod"/>
              <a:defRPr/>
            </a:lvl4pPr>
            <a:lvl5pPr lvl="4" rtl="0">
              <a:spcBef>
                <a:spcPts val="0"/>
              </a:spcBef>
              <a:spcAft>
                <a:spcPts val="0"/>
              </a:spcAft>
              <a:buClr>
                <a:srgbClr val="000000"/>
              </a:buClr>
              <a:buSzPts val="1200"/>
              <a:buFont typeface="Arimo"/>
              <a:buAutoNum type="alphaLcPeriod"/>
              <a:defRPr/>
            </a:lvl5pPr>
            <a:lvl6pPr lvl="5" rtl="0">
              <a:spcBef>
                <a:spcPts val="0"/>
              </a:spcBef>
              <a:spcAft>
                <a:spcPts val="0"/>
              </a:spcAft>
              <a:buClr>
                <a:srgbClr val="000000"/>
              </a:buClr>
              <a:buSzPts val="1200"/>
              <a:buFont typeface="Arimo"/>
              <a:buAutoNum type="romanLcPeriod"/>
              <a:defRPr/>
            </a:lvl6pPr>
            <a:lvl7pPr lvl="6" rtl="0">
              <a:spcBef>
                <a:spcPts val="0"/>
              </a:spcBef>
              <a:spcAft>
                <a:spcPts val="0"/>
              </a:spcAft>
              <a:buClr>
                <a:srgbClr val="000000"/>
              </a:buClr>
              <a:buSzPts val="1200"/>
              <a:buFont typeface="Arimo"/>
              <a:buAutoNum type="arabicPeriod"/>
              <a:defRPr/>
            </a:lvl7pPr>
            <a:lvl8pPr lvl="7" rtl="0">
              <a:spcBef>
                <a:spcPts val="0"/>
              </a:spcBef>
              <a:spcAft>
                <a:spcPts val="0"/>
              </a:spcAft>
              <a:buClr>
                <a:srgbClr val="000000"/>
              </a:buClr>
              <a:buSzPts val="1200"/>
              <a:buFont typeface="Arimo"/>
              <a:buAutoNum type="alphaLcPeriod"/>
              <a:defRPr/>
            </a:lvl8pPr>
            <a:lvl9pPr lvl="8" rtl="0">
              <a:spcBef>
                <a:spcPts val="0"/>
              </a:spcBef>
              <a:spcAft>
                <a:spcPts val="0"/>
              </a:spcAft>
              <a:buClr>
                <a:srgbClr val="000000"/>
              </a:buClr>
              <a:buSzPts val="1200"/>
              <a:buFont typeface="Arimo"/>
              <a:buAutoNum type="romanLcPeriod"/>
              <a:defRPr/>
            </a:lvl9pPr>
          </a:lstStyle>
          <a:p>
            <a:endParaRPr/>
          </a:p>
        </p:txBody>
      </p:sp>
      <p:sp>
        <p:nvSpPr>
          <p:cNvPr id="479" name="Google Shape;479;p16"/>
          <p:cNvSpPr>
            <a:spLocks noGrp="1"/>
          </p:cNvSpPr>
          <p:nvPr>
            <p:ph type="pic" idx="2"/>
          </p:nvPr>
        </p:nvSpPr>
        <p:spPr>
          <a:xfrm>
            <a:off x="4984475" y="924250"/>
            <a:ext cx="3294900" cy="3294900"/>
          </a:xfrm>
          <a:prstGeom prst="ellipse">
            <a:avLst/>
          </a:prstGeom>
          <a:noFill/>
          <a:ln w="76200" cap="flat" cmpd="sng">
            <a:solidFill>
              <a:schemeClr val="dk1"/>
            </a:solidFill>
            <a:prstDash val="solid"/>
            <a:round/>
            <a:headEnd type="none" w="sm" len="sm"/>
            <a:tailEnd type="none" w="sm" len="sm"/>
          </a:ln>
        </p:spPr>
      </p:sp>
      <p:sp>
        <p:nvSpPr>
          <p:cNvPr id="480" name="Google Shape;480;p16"/>
          <p:cNvSpPr/>
          <p:nvPr/>
        </p:nvSpPr>
        <p:spPr>
          <a:xfrm>
            <a:off x="0" y="4836725"/>
            <a:ext cx="5319900" cy="306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578"/>
        <p:cNvGrpSpPr/>
        <p:nvPr/>
      </p:nvGrpSpPr>
      <p:grpSpPr>
        <a:xfrm>
          <a:off x="0" y="0"/>
          <a:ext cx="0" cy="0"/>
          <a:chOff x="0" y="0"/>
          <a:chExt cx="0" cy="0"/>
        </a:xfrm>
      </p:grpSpPr>
      <p:sp>
        <p:nvSpPr>
          <p:cNvPr id="579" name="Google Shape;579;p20"/>
          <p:cNvSpPr txBox="1">
            <a:spLocks noGrp="1"/>
          </p:cNvSpPr>
          <p:nvPr>
            <p:ph type="subTitle" idx="1"/>
          </p:nvPr>
        </p:nvSpPr>
        <p:spPr>
          <a:xfrm>
            <a:off x="730925" y="2146275"/>
            <a:ext cx="23898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a:solidFill>
                  <a:schemeClr val="lt1"/>
                </a:solidFill>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580" name="Google Shape;580;p20"/>
          <p:cNvSpPr txBox="1">
            <a:spLocks noGrp="1"/>
          </p:cNvSpPr>
          <p:nvPr>
            <p:ph type="subTitle" idx="2"/>
          </p:nvPr>
        </p:nvSpPr>
        <p:spPr>
          <a:xfrm>
            <a:off x="5937425" y="2146275"/>
            <a:ext cx="23898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a:solidFill>
                  <a:schemeClr val="lt1"/>
                </a:solidFill>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581" name="Google Shape;581;p20"/>
          <p:cNvSpPr txBox="1">
            <a:spLocks noGrp="1"/>
          </p:cNvSpPr>
          <p:nvPr>
            <p:ph type="subTitle" idx="3"/>
          </p:nvPr>
        </p:nvSpPr>
        <p:spPr>
          <a:xfrm>
            <a:off x="3334212" y="2146275"/>
            <a:ext cx="23898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a:solidFill>
                  <a:schemeClr val="lt1"/>
                </a:solidFill>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582" name="Google Shape;582;p20"/>
          <p:cNvSpPr txBox="1">
            <a:spLocks noGrp="1"/>
          </p:cNvSpPr>
          <p:nvPr>
            <p:ph type="subTitle" idx="4"/>
          </p:nvPr>
        </p:nvSpPr>
        <p:spPr>
          <a:xfrm>
            <a:off x="731525" y="2539804"/>
            <a:ext cx="2389800" cy="18651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Char char="●"/>
              <a:defRPr>
                <a:solidFill>
                  <a:schemeClr val="dk1"/>
                </a:solidFill>
              </a:defRPr>
            </a:lvl1pPr>
            <a:lvl2pPr lvl="1" algn="ctr" rtl="0">
              <a:spcBef>
                <a:spcPts val="0"/>
              </a:spcBef>
              <a:spcAft>
                <a:spcPts val="0"/>
              </a:spcAft>
              <a:buClr>
                <a:schemeClr val="dk1"/>
              </a:buClr>
              <a:buSzPts val="1200"/>
              <a:buChar char="○"/>
              <a:defRPr>
                <a:solidFill>
                  <a:schemeClr val="dk1"/>
                </a:solidFill>
              </a:defRPr>
            </a:lvl2pPr>
            <a:lvl3pPr lvl="2" algn="ctr" rtl="0">
              <a:spcBef>
                <a:spcPts val="0"/>
              </a:spcBef>
              <a:spcAft>
                <a:spcPts val="0"/>
              </a:spcAft>
              <a:buClr>
                <a:schemeClr val="dk1"/>
              </a:buClr>
              <a:buSzPts val="1200"/>
              <a:buChar char="■"/>
              <a:defRPr>
                <a:solidFill>
                  <a:schemeClr val="dk1"/>
                </a:solidFill>
              </a:defRPr>
            </a:lvl3pPr>
            <a:lvl4pPr lvl="3" algn="ctr" rtl="0">
              <a:spcBef>
                <a:spcPts val="0"/>
              </a:spcBef>
              <a:spcAft>
                <a:spcPts val="0"/>
              </a:spcAft>
              <a:buClr>
                <a:schemeClr val="dk1"/>
              </a:buClr>
              <a:buSzPts val="1200"/>
              <a:buChar char="●"/>
              <a:defRPr>
                <a:solidFill>
                  <a:schemeClr val="dk1"/>
                </a:solidFill>
              </a:defRPr>
            </a:lvl4pPr>
            <a:lvl5pPr lvl="4" algn="ctr" rtl="0">
              <a:spcBef>
                <a:spcPts val="0"/>
              </a:spcBef>
              <a:spcAft>
                <a:spcPts val="0"/>
              </a:spcAft>
              <a:buClr>
                <a:schemeClr val="dk1"/>
              </a:buClr>
              <a:buSzPts val="1200"/>
              <a:buChar char="○"/>
              <a:defRPr>
                <a:solidFill>
                  <a:schemeClr val="dk1"/>
                </a:solidFill>
              </a:defRPr>
            </a:lvl5pPr>
            <a:lvl6pPr lvl="5" algn="ctr" rtl="0">
              <a:spcBef>
                <a:spcPts val="0"/>
              </a:spcBef>
              <a:spcAft>
                <a:spcPts val="0"/>
              </a:spcAft>
              <a:buClr>
                <a:schemeClr val="dk1"/>
              </a:buClr>
              <a:buSzPts val="1200"/>
              <a:buChar char="■"/>
              <a:defRPr>
                <a:solidFill>
                  <a:schemeClr val="dk1"/>
                </a:solidFill>
              </a:defRPr>
            </a:lvl6pPr>
            <a:lvl7pPr lvl="6" algn="ctr" rtl="0">
              <a:spcBef>
                <a:spcPts val="0"/>
              </a:spcBef>
              <a:spcAft>
                <a:spcPts val="0"/>
              </a:spcAft>
              <a:buClr>
                <a:schemeClr val="dk1"/>
              </a:buClr>
              <a:buSzPts val="1200"/>
              <a:buChar char="●"/>
              <a:defRPr>
                <a:solidFill>
                  <a:schemeClr val="dk1"/>
                </a:solidFill>
              </a:defRPr>
            </a:lvl7pPr>
            <a:lvl8pPr lvl="7" algn="ctr" rtl="0">
              <a:spcBef>
                <a:spcPts val="0"/>
              </a:spcBef>
              <a:spcAft>
                <a:spcPts val="0"/>
              </a:spcAft>
              <a:buClr>
                <a:schemeClr val="dk1"/>
              </a:buClr>
              <a:buSzPts val="1200"/>
              <a:buChar char="○"/>
              <a:defRPr>
                <a:solidFill>
                  <a:schemeClr val="dk1"/>
                </a:solidFill>
              </a:defRPr>
            </a:lvl8pPr>
            <a:lvl9pPr lvl="8" algn="ctr" rtl="0">
              <a:spcBef>
                <a:spcPts val="0"/>
              </a:spcBef>
              <a:spcAft>
                <a:spcPts val="0"/>
              </a:spcAft>
              <a:buClr>
                <a:schemeClr val="dk1"/>
              </a:buClr>
              <a:buSzPts val="1200"/>
              <a:buChar char="■"/>
              <a:defRPr>
                <a:solidFill>
                  <a:schemeClr val="dk1"/>
                </a:solidFill>
              </a:defRPr>
            </a:lvl9pPr>
          </a:lstStyle>
          <a:p>
            <a:endParaRPr/>
          </a:p>
        </p:txBody>
      </p:sp>
      <p:sp>
        <p:nvSpPr>
          <p:cNvPr id="583" name="Google Shape;583;p20"/>
          <p:cNvSpPr txBox="1">
            <a:spLocks noGrp="1"/>
          </p:cNvSpPr>
          <p:nvPr>
            <p:ph type="subTitle" idx="5"/>
          </p:nvPr>
        </p:nvSpPr>
        <p:spPr>
          <a:xfrm>
            <a:off x="3334738" y="2539650"/>
            <a:ext cx="2389800" cy="18651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Char char="●"/>
              <a:defRPr>
                <a:solidFill>
                  <a:schemeClr val="dk1"/>
                </a:solidFill>
              </a:defRPr>
            </a:lvl1pPr>
            <a:lvl2pPr lvl="1" algn="ctr" rtl="0">
              <a:spcBef>
                <a:spcPts val="0"/>
              </a:spcBef>
              <a:spcAft>
                <a:spcPts val="0"/>
              </a:spcAft>
              <a:buClr>
                <a:schemeClr val="dk1"/>
              </a:buClr>
              <a:buSzPts val="1200"/>
              <a:buChar char="○"/>
              <a:defRPr>
                <a:solidFill>
                  <a:schemeClr val="dk1"/>
                </a:solidFill>
              </a:defRPr>
            </a:lvl2pPr>
            <a:lvl3pPr lvl="2" algn="ctr" rtl="0">
              <a:spcBef>
                <a:spcPts val="0"/>
              </a:spcBef>
              <a:spcAft>
                <a:spcPts val="0"/>
              </a:spcAft>
              <a:buClr>
                <a:schemeClr val="dk1"/>
              </a:buClr>
              <a:buSzPts val="1200"/>
              <a:buChar char="■"/>
              <a:defRPr>
                <a:solidFill>
                  <a:schemeClr val="dk1"/>
                </a:solidFill>
              </a:defRPr>
            </a:lvl3pPr>
            <a:lvl4pPr lvl="3" algn="ctr" rtl="0">
              <a:spcBef>
                <a:spcPts val="0"/>
              </a:spcBef>
              <a:spcAft>
                <a:spcPts val="0"/>
              </a:spcAft>
              <a:buClr>
                <a:schemeClr val="dk1"/>
              </a:buClr>
              <a:buSzPts val="1200"/>
              <a:buChar char="●"/>
              <a:defRPr>
                <a:solidFill>
                  <a:schemeClr val="dk1"/>
                </a:solidFill>
              </a:defRPr>
            </a:lvl4pPr>
            <a:lvl5pPr lvl="4" algn="ctr" rtl="0">
              <a:spcBef>
                <a:spcPts val="0"/>
              </a:spcBef>
              <a:spcAft>
                <a:spcPts val="0"/>
              </a:spcAft>
              <a:buClr>
                <a:schemeClr val="dk1"/>
              </a:buClr>
              <a:buSzPts val="1200"/>
              <a:buChar char="○"/>
              <a:defRPr>
                <a:solidFill>
                  <a:schemeClr val="dk1"/>
                </a:solidFill>
              </a:defRPr>
            </a:lvl5pPr>
            <a:lvl6pPr lvl="5" algn="ctr" rtl="0">
              <a:spcBef>
                <a:spcPts val="0"/>
              </a:spcBef>
              <a:spcAft>
                <a:spcPts val="0"/>
              </a:spcAft>
              <a:buClr>
                <a:schemeClr val="dk1"/>
              </a:buClr>
              <a:buSzPts val="1200"/>
              <a:buChar char="■"/>
              <a:defRPr>
                <a:solidFill>
                  <a:schemeClr val="dk1"/>
                </a:solidFill>
              </a:defRPr>
            </a:lvl6pPr>
            <a:lvl7pPr lvl="6" algn="ctr" rtl="0">
              <a:spcBef>
                <a:spcPts val="0"/>
              </a:spcBef>
              <a:spcAft>
                <a:spcPts val="0"/>
              </a:spcAft>
              <a:buClr>
                <a:schemeClr val="dk1"/>
              </a:buClr>
              <a:buSzPts val="1200"/>
              <a:buChar char="●"/>
              <a:defRPr>
                <a:solidFill>
                  <a:schemeClr val="dk1"/>
                </a:solidFill>
              </a:defRPr>
            </a:lvl7pPr>
            <a:lvl8pPr lvl="7" algn="ctr" rtl="0">
              <a:spcBef>
                <a:spcPts val="0"/>
              </a:spcBef>
              <a:spcAft>
                <a:spcPts val="0"/>
              </a:spcAft>
              <a:buClr>
                <a:schemeClr val="dk1"/>
              </a:buClr>
              <a:buSzPts val="1200"/>
              <a:buChar char="○"/>
              <a:defRPr>
                <a:solidFill>
                  <a:schemeClr val="dk1"/>
                </a:solidFill>
              </a:defRPr>
            </a:lvl8pPr>
            <a:lvl9pPr lvl="8" algn="ctr" rtl="0">
              <a:spcBef>
                <a:spcPts val="0"/>
              </a:spcBef>
              <a:spcAft>
                <a:spcPts val="0"/>
              </a:spcAft>
              <a:buClr>
                <a:schemeClr val="dk1"/>
              </a:buClr>
              <a:buSzPts val="1200"/>
              <a:buChar char="■"/>
              <a:defRPr>
                <a:solidFill>
                  <a:schemeClr val="dk1"/>
                </a:solidFill>
              </a:defRPr>
            </a:lvl9pPr>
          </a:lstStyle>
          <a:p>
            <a:endParaRPr/>
          </a:p>
        </p:txBody>
      </p:sp>
      <p:sp>
        <p:nvSpPr>
          <p:cNvPr id="584" name="Google Shape;584;p20"/>
          <p:cNvSpPr txBox="1">
            <a:spLocks noGrp="1"/>
          </p:cNvSpPr>
          <p:nvPr>
            <p:ph type="subTitle" idx="6"/>
          </p:nvPr>
        </p:nvSpPr>
        <p:spPr>
          <a:xfrm>
            <a:off x="5937425" y="2539688"/>
            <a:ext cx="2389800" cy="18651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Char char="●"/>
              <a:defRPr>
                <a:solidFill>
                  <a:schemeClr val="dk1"/>
                </a:solidFill>
              </a:defRPr>
            </a:lvl1pPr>
            <a:lvl2pPr lvl="1" algn="ctr" rtl="0">
              <a:spcBef>
                <a:spcPts val="0"/>
              </a:spcBef>
              <a:spcAft>
                <a:spcPts val="0"/>
              </a:spcAft>
              <a:buClr>
                <a:schemeClr val="dk1"/>
              </a:buClr>
              <a:buSzPts val="1200"/>
              <a:buChar char="○"/>
              <a:defRPr>
                <a:solidFill>
                  <a:schemeClr val="dk1"/>
                </a:solidFill>
              </a:defRPr>
            </a:lvl2pPr>
            <a:lvl3pPr lvl="2" algn="ctr" rtl="0">
              <a:spcBef>
                <a:spcPts val="0"/>
              </a:spcBef>
              <a:spcAft>
                <a:spcPts val="0"/>
              </a:spcAft>
              <a:buClr>
                <a:schemeClr val="dk1"/>
              </a:buClr>
              <a:buSzPts val="1200"/>
              <a:buChar char="■"/>
              <a:defRPr>
                <a:solidFill>
                  <a:schemeClr val="dk1"/>
                </a:solidFill>
              </a:defRPr>
            </a:lvl3pPr>
            <a:lvl4pPr lvl="3" algn="ctr" rtl="0">
              <a:spcBef>
                <a:spcPts val="0"/>
              </a:spcBef>
              <a:spcAft>
                <a:spcPts val="0"/>
              </a:spcAft>
              <a:buClr>
                <a:schemeClr val="dk1"/>
              </a:buClr>
              <a:buSzPts val="1200"/>
              <a:buChar char="●"/>
              <a:defRPr>
                <a:solidFill>
                  <a:schemeClr val="dk1"/>
                </a:solidFill>
              </a:defRPr>
            </a:lvl4pPr>
            <a:lvl5pPr lvl="4" algn="ctr" rtl="0">
              <a:spcBef>
                <a:spcPts val="0"/>
              </a:spcBef>
              <a:spcAft>
                <a:spcPts val="0"/>
              </a:spcAft>
              <a:buClr>
                <a:schemeClr val="dk1"/>
              </a:buClr>
              <a:buSzPts val="1200"/>
              <a:buChar char="○"/>
              <a:defRPr>
                <a:solidFill>
                  <a:schemeClr val="dk1"/>
                </a:solidFill>
              </a:defRPr>
            </a:lvl5pPr>
            <a:lvl6pPr lvl="5" algn="ctr" rtl="0">
              <a:spcBef>
                <a:spcPts val="0"/>
              </a:spcBef>
              <a:spcAft>
                <a:spcPts val="0"/>
              </a:spcAft>
              <a:buClr>
                <a:schemeClr val="dk1"/>
              </a:buClr>
              <a:buSzPts val="1200"/>
              <a:buChar char="■"/>
              <a:defRPr>
                <a:solidFill>
                  <a:schemeClr val="dk1"/>
                </a:solidFill>
              </a:defRPr>
            </a:lvl6pPr>
            <a:lvl7pPr lvl="6" algn="ctr" rtl="0">
              <a:spcBef>
                <a:spcPts val="0"/>
              </a:spcBef>
              <a:spcAft>
                <a:spcPts val="0"/>
              </a:spcAft>
              <a:buClr>
                <a:schemeClr val="dk1"/>
              </a:buClr>
              <a:buSzPts val="1200"/>
              <a:buChar char="●"/>
              <a:defRPr>
                <a:solidFill>
                  <a:schemeClr val="dk1"/>
                </a:solidFill>
              </a:defRPr>
            </a:lvl7pPr>
            <a:lvl8pPr lvl="7" algn="ctr" rtl="0">
              <a:spcBef>
                <a:spcPts val="0"/>
              </a:spcBef>
              <a:spcAft>
                <a:spcPts val="0"/>
              </a:spcAft>
              <a:buClr>
                <a:schemeClr val="dk1"/>
              </a:buClr>
              <a:buSzPts val="1200"/>
              <a:buChar char="○"/>
              <a:defRPr>
                <a:solidFill>
                  <a:schemeClr val="dk1"/>
                </a:solidFill>
              </a:defRPr>
            </a:lvl8pPr>
            <a:lvl9pPr lvl="8" algn="ctr" rtl="0">
              <a:spcBef>
                <a:spcPts val="0"/>
              </a:spcBef>
              <a:spcAft>
                <a:spcPts val="0"/>
              </a:spcAft>
              <a:buClr>
                <a:schemeClr val="dk1"/>
              </a:buClr>
              <a:buSzPts val="1200"/>
              <a:buChar char="■"/>
              <a:defRPr>
                <a:solidFill>
                  <a:schemeClr val="dk1"/>
                </a:solidFill>
              </a:defRPr>
            </a:lvl9pPr>
          </a:lstStyle>
          <a:p>
            <a:endParaRPr/>
          </a:p>
        </p:txBody>
      </p:sp>
      <p:sp>
        <p:nvSpPr>
          <p:cNvPr id="585" name="Google Shape;585;p20"/>
          <p:cNvSpPr txBox="1">
            <a:spLocks noGrp="1"/>
          </p:cNvSpPr>
          <p:nvPr>
            <p:ph type="title"/>
          </p:nvPr>
        </p:nvSpPr>
        <p:spPr>
          <a:xfrm>
            <a:off x="720000" y="368275"/>
            <a:ext cx="7704000" cy="649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86" name="Google Shape;586;p20"/>
          <p:cNvGrpSpPr/>
          <p:nvPr/>
        </p:nvGrpSpPr>
        <p:grpSpPr>
          <a:xfrm>
            <a:off x="521183" y="4314634"/>
            <a:ext cx="246301" cy="210632"/>
            <a:chOff x="6506733" y="1087209"/>
            <a:chExt cx="246301" cy="210632"/>
          </a:xfrm>
        </p:grpSpPr>
        <p:sp>
          <p:nvSpPr>
            <p:cNvPr id="587" name="Google Shape;587;p20"/>
            <p:cNvSpPr/>
            <p:nvPr/>
          </p:nvSpPr>
          <p:spPr>
            <a:xfrm>
              <a:off x="6506733" y="1087209"/>
              <a:ext cx="246301" cy="210632"/>
            </a:xfrm>
            <a:custGeom>
              <a:avLst/>
              <a:gdLst/>
              <a:ahLst/>
              <a:cxnLst/>
              <a:rect l="l" t="t" r="r" b="b"/>
              <a:pathLst>
                <a:path w="3273" h="2799" extrusionOk="0">
                  <a:moveTo>
                    <a:pt x="1404" y="123"/>
                  </a:moveTo>
                  <a:cubicBezTo>
                    <a:pt x="2536" y="123"/>
                    <a:pt x="3110" y="1496"/>
                    <a:pt x="2304" y="2302"/>
                  </a:cubicBezTo>
                  <a:cubicBezTo>
                    <a:pt x="2043" y="2563"/>
                    <a:pt x="1723" y="2680"/>
                    <a:pt x="1410" y="2680"/>
                  </a:cubicBezTo>
                  <a:cubicBezTo>
                    <a:pt x="753" y="2680"/>
                    <a:pt x="125" y="2169"/>
                    <a:pt x="125" y="1403"/>
                  </a:cubicBezTo>
                  <a:cubicBezTo>
                    <a:pt x="125" y="697"/>
                    <a:pt x="698" y="123"/>
                    <a:pt x="1404" y="123"/>
                  </a:cubicBezTo>
                  <a:close/>
                  <a:moveTo>
                    <a:pt x="1410" y="0"/>
                  </a:moveTo>
                  <a:cubicBezTo>
                    <a:pt x="690" y="0"/>
                    <a:pt x="0" y="558"/>
                    <a:pt x="0" y="1403"/>
                  </a:cubicBezTo>
                  <a:cubicBezTo>
                    <a:pt x="0" y="2171"/>
                    <a:pt x="629" y="2799"/>
                    <a:pt x="1404" y="2799"/>
                  </a:cubicBezTo>
                  <a:cubicBezTo>
                    <a:pt x="2645" y="2799"/>
                    <a:pt x="3273" y="1294"/>
                    <a:pt x="2389" y="410"/>
                  </a:cubicBezTo>
                  <a:cubicBezTo>
                    <a:pt x="2103" y="127"/>
                    <a:pt x="1753" y="0"/>
                    <a:pt x="1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566258" y="1146659"/>
              <a:ext cx="92260" cy="92260"/>
            </a:xfrm>
            <a:custGeom>
              <a:avLst/>
              <a:gdLst/>
              <a:ahLst/>
              <a:cxnLst/>
              <a:rect l="l" t="t" r="r" b="b"/>
              <a:pathLst>
                <a:path w="1226" h="1226" extrusionOk="0">
                  <a:moveTo>
                    <a:pt x="613" y="0"/>
                  </a:moveTo>
                  <a:cubicBezTo>
                    <a:pt x="272" y="0"/>
                    <a:pt x="0" y="272"/>
                    <a:pt x="0" y="613"/>
                  </a:cubicBezTo>
                  <a:cubicBezTo>
                    <a:pt x="0" y="946"/>
                    <a:pt x="272" y="1226"/>
                    <a:pt x="613" y="1226"/>
                  </a:cubicBezTo>
                  <a:cubicBezTo>
                    <a:pt x="947" y="1226"/>
                    <a:pt x="1226" y="946"/>
                    <a:pt x="1226" y="613"/>
                  </a:cubicBezTo>
                  <a:cubicBezTo>
                    <a:pt x="1226" y="272"/>
                    <a:pt x="947"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 name="Google Shape;589;p20"/>
          <p:cNvGrpSpPr/>
          <p:nvPr/>
        </p:nvGrpSpPr>
        <p:grpSpPr>
          <a:xfrm>
            <a:off x="211073" y="4706474"/>
            <a:ext cx="786165" cy="637318"/>
            <a:chOff x="6109323" y="430024"/>
            <a:chExt cx="786165" cy="637318"/>
          </a:xfrm>
        </p:grpSpPr>
        <p:sp>
          <p:nvSpPr>
            <p:cNvPr id="590" name="Google Shape;590;p20"/>
            <p:cNvSpPr/>
            <p:nvPr/>
          </p:nvSpPr>
          <p:spPr>
            <a:xfrm>
              <a:off x="6109323" y="1033403"/>
              <a:ext cx="182713" cy="33939"/>
            </a:xfrm>
            <a:custGeom>
              <a:avLst/>
              <a:gdLst/>
              <a:ahLst/>
              <a:cxnLst/>
              <a:rect l="l" t="t" r="r" b="b"/>
              <a:pathLst>
                <a:path w="2428" h="451" extrusionOk="0">
                  <a:moveTo>
                    <a:pt x="442" y="1"/>
                  </a:moveTo>
                  <a:lnTo>
                    <a:pt x="0" y="451"/>
                  </a:lnTo>
                  <a:lnTo>
                    <a:pt x="1978" y="451"/>
                  </a:lnTo>
                  <a:lnTo>
                    <a:pt x="2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209710" y="933091"/>
              <a:ext cx="182713" cy="33337"/>
            </a:xfrm>
            <a:custGeom>
              <a:avLst/>
              <a:gdLst/>
              <a:ahLst/>
              <a:cxnLst/>
              <a:rect l="l" t="t" r="r" b="b"/>
              <a:pathLst>
                <a:path w="2428" h="443" extrusionOk="0">
                  <a:moveTo>
                    <a:pt x="450" y="0"/>
                  </a:moveTo>
                  <a:lnTo>
                    <a:pt x="0" y="442"/>
                  </a:lnTo>
                  <a:lnTo>
                    <a:pt x="1978" y="442"/>
                  </a:lnTo>
                  <a:lnTo>
                    <a:pt x="2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310097" y="832101"/>
              <a:ext cx="182713" cy="33939"/>
            </a:xfrm>
            <a:custGeom>
              <a:avLst/>
              <a:gdLst/>
              <a:ahLst/>
              <a:cxnLst/>
              <a:rect l="l" t="t" r="r" b="b"/>
              <a:pathLst>
                <a:path w="2428" h="451" extrusionOk="0">
                  <a:moveTo>
                    <a:pt x="450" y="0"/>
                  </a:moveTo>
                  <a:lnTo>
                    <a:pt x="0" y="450"/>
                  </a:lnTo>
                  <a:lnTo>
                    <a:pt x="1985" y="450"/>
                  </a:lnTo>
                  <a:lnTo>
                    <a:pt x="24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411011" y="731713"/>
              <a:ext cx="182713" cy="33337"/>
            </a:xfrm>
            <a:custGeom>
              <a:avLst/>
              <a:gdLst/>
              <a:ahLst/>
              <a:cxnLst/>
              <a:rect l="l" t="t" r="r" b="b"/>
              <a:pathLst>
                <a:path w="2428" h="443" extrusionOk="0">
                  <a:moveTo>
                    <a:pt x="443" y="1"/>
                  </a:moveTo>
                  <a:lnTo>
                    <a:pt x="1" y="443"/>
                  </a:lnTo>
                  <a:lnTo>
                    <a:pt x="1978" y="443"/>
                  </a:lnTo>
                  <a:lnTo>
                    <a:pt x="2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6511398" y="630799"/>
              <a:ext cx="182713" cy="33864"/>
            </a:xfrm>
            <a:custGeom>
              <a:avLst/>
              <a:gdLst/>
              <a:ahLst/>
              <a:cxnLst/>
              <a:rect l="l" t="t" r="r" b="b"/>
              <a:pathLst>
                <a:path w="2428" h="450" extrusionOk="0">
                  <a:moveTo>
                    <a:pt x="450" y="0"/>
                  </a:moveTo>
                  <a:lnTo>
                    <a:pt x="1" y="450"/>
                  </a:lnTo>
                  <a:lnTo>
                    <a:pt x="1986" y="450"/>
                  </a:lnTo>
                  <a:lnTo>
                    <a:pt x="2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6612388" y="530412"/>
              <a:ext cx="182713" cy="33864"/>
            </a:xfrm>
            <a:custGeom>
              <a:avLst/>
              <a:gdLst/>
              <a:ahLst/>
              <a:cxnLst/>
              <a:rect l="l" t="t" r="r" b="b"/>
              <a:pathLst>
                <a:path w="2428" h="450" extrusionOk="0">
                  <a:moveTo>
                    <a:pt x="442" y="0"/>
                  </a:moveTo>
                  <a:lnTo>
                    <a:pt x="0" y="450"/>
                  </a:lnTo>
                  <a:lnTo>
                    <a:pt x="1978" y="450"/>
                  </a:lnTo>
                  <a:lnTo>
                    <a:pt x="24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712699" y="430024"/>
              <a:ext cx="182788" cy="33337"/>
            </a:xfrm>
            <a:custGeom>
              <a:avLst/>
              <a:gdLst/>
              <a:ahLst/>
              <a:cxnLst/>
              <a:rect l="l" t="t" r="r" b="b"/>
              <a:pathLst>
                <a:path w="2429" h="443" extrusionOk="0">
                  <a:moveTo>
                    <a:pt x="443" y="0"/>
                  </a:moveTo>
                  <a:lnTo>
                    <a:pt x="1" y="442"/>
                  </a:lnTo>
                  <a:lnTo>
                    <a:pt x="1978" y="442"/>
                  </a:lnTo>
                  <a:lnTo>
                    <a:pt x="2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7" name="Google Shape;597;p20"/>
          <p:cNvSpPr/>
          <p:nvPr/>
        </p:nvSpPr>
        <p:spPr>
          <a:xfrm>
            <a:off x="-1132675" y="4500074"/>
            <a:ext cx="1595777" cy="1929553"/>
          </a:xfrm>
          <a:custGeom>
            <a:avLst/>
            <a:gdLst/>
            <a:ahLst/>
            <a:cxnLst/>
            <a:rect l="l" t="t" r="r" b="b"/>
            <a:pathLst>
              <a:path w="31478" h="38062" extrusionOk="0">
                <a:moveTo>
                  <a:pt x="30702" y="1"/>
                </a:moveTo>
                <a:cubicBezTo>
                  <a:pt x="30151" y="1"/>
                  <a:pt x="29841" y="637"/>
                  <a:pt x="30174" y="1071"/>
                </a:cubicBezTo>
                <a:lnTo>
                  <a:pt x="24413" y="6840"/>
                </a:lnTo>
                <a:cubicBezTo>
                  <a:pt x="24397" y="6856"/>
                  <a:pt x="24389" y="6872"/>
                  <a:pt x="24389" y="6895"/>
                </a:cubicBezTo>
                <a:lnTo>
                  <a:pt x="24389" y="12936"/>
                </a:lnTo>
                <a:lnTo>
                  <a:pt x="20675" y="16650"/>
                </a:lnTo>
                <a:lnTo>
                  <a:pt x="20535" y="16650"/>
                </a:lnTo>
                <a:lnTo>
                  <a:pt x="17728" y="19465"/>
                </a:lnTo>
                <a:lnTo>
                  <a:pt x="17736" y="19597"/>
                </a:lnTo>
                <a:lnTo>
                  <a:pt x="16689" y="20636"/>
                </a:lnTo>
                <a:cubicBezTo>
                  <a:pt x="16642" y="20691"/>
                  <a:pt x="16673" y="20776"/>
                  <a:pt x="16751" y="20776"/>
                </a:cubicBezTo>
                <a:cubicBezTo>
                  <a:pt x="16766" y="20776"/>
                  <a:pt x="16790" y="20768"/>
                  <a:pt x="16805" y="20753"/>
                </a:cubicBezTo>
                <a:lnTo>
                  <a:pt x="17736" y="19822"/>
                </a:lnTo>
                <a:lnTo>
                  <a:pt x="17751" y="20210"/>
                </a:lnTo>
                <a:lnTo>
                  <a:pt x="32" y="37922"/>
                </a:lnTo>
                <a:cubicBezTo>
                  <a:pt x="1" y="37953"/>
                  <a:pt x="1" y="38007"/>
                  <a:pt x="32" y="38038"/>
                </a:cubicBezTo>
                <a:cubicBezTo>
                  <a:pt x="47" y="38054"/>
                  <a:pt x="70" y="38061"/>
                  <a:pt x="94" y="38061"/>
                </a:cubicBezTo>
                <a:cubicBezTo>
                  <a:pt x="117" y="38061"/>
                  <a:pt x="132" y="38054"/>
                  <a:pt x="148" y="38038"/>
                </a:cubicBezTo>
                <a:lnTo>
                  <a:pt x="26375" y="11819"/>
                </a:lnTo>
                <a:cubicBezTo>
                  <a:pt x="26390" y="11804"/>
                  <a:pt x="26398" y="11780"/>
                  <a:pt x="26398" y="11757"/>
                </a:cubicBezTo>
                <a:lnTo>
                  <a:pt x="26398" y="8097"/>
                </a:lnTo>
                <a:lnTo>
                  <a:pt x="29376" y="5119"/>
                </a:lnTo>
                <a:cubicBezTo>
                  <a:pt x="29512" y="5226"/>
                  <a:pt x="29654" y="5272"/>
                  <a:pt x="29789" y="5272"/>
                </a:cubicBezTo>
                <a:cubicBezTo>
                  <a:pt x="30308" y="5272"/>
                  <a:pt x="30720" y="4594"/>
                  <a:pt x="30252" y="4126"/>
                </a:cubicBezTo>
                <a:cubicBezTo>
                  <a:pt x="30108" y="3982"/>
                  <a:pt x="29944" y="3922"/>
                  <a:pt x="29787" y="3922"/>
                </a:cubicBezTo>
                <a:cubicBezTo>
                  <a:pt x="29298" y="3922"/>
                  <a:pt x="28867" y="4504"/>
                  <a:pt x="29259" y="5003"/>
                </a:cubicBezTo>
                <a:lnTo>
                  <a:pt x="26251" y="8011"/>
                </a:lnTo>
                <a:cubicBezTo>
                  <a:pt x="26235" y="8027"/>
                  <a:pt x="26227" y="8042"/>
                  <a:pt x="26227" y="8066"/>
                </a:cubicBezTo>
                <a:lnTo>
                  <a:pt x="26227" y="11726"/>
                </a:lnTo>
                <a:lnTo>
                  <a:pt x="21280" y="16674"/>
                </a:lnTo>
                <a:lnTo>
                  <a:pt x="20892" y="16658"/>
                </a:lnTo>
                <a:lnTo>
                  <a:pt x="24521" y="13029"/>
                </a:lnTo>
                <a:cubicBezTo>
                  <a:pt x="24537" y="13013"/>
                  <a:pt x="24544" y="12990"/>
                  <a:pt x="24552" y="12975"/>
                </a:cubicBezTo>
                <a:lnTo>
                  <a:pt x="24552" y="6934"/>
                </a:lnTo>
                <a:lnTo>
                  <a:pt x="30291" y="1187"/>
                </a:lnTo>
                <a:cubicBezTo>
                  <a:pt x="30416" y="1283"/>
                  <a:pt x="30559" y="1327"/>
                  <a:pt x="30701" y="1327"/>
                </a:cubicBezTo>
                <a:cubicBezTo>
                  <a:pt x="30972" y="1327"/>
                  <a:pt x="31233" y="1163"/>
                  <a:pt x="31330" y="877"/>
                </a:cubicBezTo>
                <a:cubicBezTo>
                  <a:pt x="31477" y="443"/>
                  <a:pt x="31159" y="1"/>
                  <a:pt x="30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8675195" y="3031847"/>
            <a:ext cx="1263293" cy="1576725"/>
          </a:xfrm>
          <a:custGeom>
            <a:avLst/>
            <a:gdLst/>
            <a:ahLst/>
            <a:cxnLst/>
            <a:rect l="l" t="t" r="r" b="b"/>
            <a:pathLst>
              <a:path w="23377" h="29177" extrusionOk="0">
                <a:moveTo>
                  <a:pt x="23291" y="1"/>
                </a:moveTo>
                <a:cubicBezTo>
                  <a:pt x="23271" y="1"/>
                  <a:pt x="23252" y="7"/>
                  <a:pt x="23237" y="18"/>
                </a:cubicBezTo>
                <a:lnTo>
                  <a:pt x="11372" y="11883"/>
                </a:lnTo>
                <a:lnTo>
                  <a:pt x="10635" y="11852"/>
                </a:lnTo>
                <a:lnTo>
                  <a:pt x="7828" y="14667"/>
                </a:lnTo>
                <a:lnTo>
                  <a:pt x="7851" y="15404"/>
                </a:lnTo>
                <a:lnTo>
                  <a:pt x="7114" y="16141"/>
                </a:lnTo>
                <a:cubicBezTo>
                  <a:pt x="7099" y="16156"/>
                  <a:pt x="7091" y="16179"/>
                  <a:pt x="7091" y="16203"/>
                </a:cubicBezTo>
                <a:lnTo>
                  <a:pt x="7091" y="22236"/>
                </a:lnTo>
                <a:lnTo>
                  <a:pt x="1345" y="27982"/>
                </a:lnTo>
                <a:cubicBezTo>
                  <a:pt x="1209" y="27875"/>
                  <a:pt x="1067" y="27829"/>
                  <a:pt x="932" y="27829"/>
                </a:cubicBezTo>
                <a:cubicBezTo>
                  <a:pt x="412" y="27829"/>
                  <a:pt x="1" y="28507"/>
                  <a:pt x="469" y="28975"/>
                </a:cubicBezTo>
                <a:cubicBezTo>
                  <a:pt x="610" y="29116"/>
                  <a:pt x="772" y="29176"/>
                  <a:pt x="928" y="29176"/>
                </a:cubicBezTo>
                <a:cubicBezTo>
                  <a:pt x="1414" y="29176"/>
                  <a:pt x="1848" y="28597"/>
                  <a:pt x="1461" y="28099"/>
                </a:cubicBezTo>
                <a:lnTo>
                  <a:pt x="7231" y="22329"/>
                </a:lnTo>
                <a:cubicBezTo>
                  <a:pt x="7246" y="22313"/>
                  <a:pt x="7254" y="22290"/>
                  <a:pt x="7254" y="22267"/>
                </a:cubicBezTo>
                <a:lnTo>
                  <a:pt x="7254" y="16226"/>
                </a:lnTo>
                <a:lnTo>
                  <a:pt x="23345" y="135"/>
                </a:lnTo>
                <a:cubicBezTo>
                  <a:pt x="23376" y="104"/>
                  <a:pt x="23376" y="49"/>
                  <a:pt x="23345" y="18"/>
                </a:cubicBezTo>
                <a:cubicBezTo>
                  <a:pt x="23330" y="7"/>
                  <a:pt x="23310" y="1"/>
                  <a:pt x="23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7828315" y="4404912"/>
            <a:ext cx="595683" cy="833729"/>
          </a:xfrm>
          <a:custGeom>
            <a:avLst/>
            <a:gdLst/>
            <a:ahLst/>
            <a:cxnLst/>
            <a:rect l="l" t="t" r="r" b="b"/>
            <a:pathLst>
              <a:path w="11023" h="15428" extrusionOk="0">
                <a:moveTo>
                  <a:pt x="10442" y="1"/>
                </a:moveTo>
                <a:cubicBezTo>
                  <a:pt x="10443" y="1"/>
                  <a:pt x="10444" y="1"/>
                  <a:pt x="10446" y="1"/>
                </a:cubicBezTo>
                <a:lnTo>
                  <a:pt x="10446" y="1"/>
                </a:lnTo>
                <a:cubicBezTo>
                  <a:pt x="10447" y="1"/>
                  <a:pt x="10448" y="1"/>
                  <a:pt x="10449" y="1"/>
                </a:cubicBezTo>
                <a:close/>
                <a:moveTo>
                  <a:pt x="10446" y="1"/>
                </a:moveTo>
                <a:lnTo>
                  <a:pt x="10446" y="1"/>
                </a:lnTo>
                <a:cubicBezTo>
                  <a:pt x="10037" y="4"/>
                  <a:pt x="9807" y="475"/>
                  <a:pt x="10062" y="792"/>
                </a:cubicBezTo>
                <a:lnTo>
                  <a:pt x="5773" y="5080"/>
                </a:lnTo>
                <a:cubicBezTo>
                  <a:pt x="5766" y="5096"/>
                  <a:pt x="5758" y="5111"/>
                  <a:pt x="5758" y="5127"/>
                </a:cubicBezTo>
                <a:lnTo>
                  <a:pt x="5758" y="9617"/>
                </a:lnTo>
                <a:lnTo>
                  <a:pt x="43" y="15324"/>
                </a:lnTo>
                <a:cubicBezTo>
                  <a:pt x="1" y="15366"/>
                  <a:pt x="42" y="15427"/>
                  <a:pt x="88" y="15427"/>
                </a:cubicBezTo>
                <a:cubicBezTo>
                  <a:pt x="102" y="15427"/>
                  <a:pt x="116" y="15422"/>
                  <a:pt x="128" y="15410"/>
                </a:cubicBezTo>
                <a:lnTo>
                  <a:pt x="5859" y="9679"/>
                </a:lnTo>
                <a:cubicBezTo>
                  <a:pt x="5874" y="9671"/>
                  <a:pt x="5874" y="9656"/>
                  <a:pt x="5874" y="9640"/>
                </a:cubicBezTo>
                <a:lnTo>
                  <a:pt x="5874" y="5150"/>
                </a:lnTo>
                <a:lnTo>
                  <a:pt x="10139" y="885"/>
                </a:lnTo>
                <a:cubicBezTo>
                  <a:pt x="10231" y="953"/>
                  <a:pt x="10336" y="985"/>
                  <a:pt x="10439" y="985"/>
                </a:cubicBezTo>
                <a:cubicBezTo>
                  <a:pt x="10641" y="985"/>
                  <a:pt x="10835" y="863"/>
                  <a:pt x="10907" y="652"/>
                </a:cubicBezTo>
                <a:cubicBezTo>
                  <a:pt x="11023" y="336"/>
                  <a:pt x="10785" y="3"/>
                  <a:pt x="10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8560094" y="4662155"/>
            <a:ext cx="692631" cy="690469"/>
          </a:xfrm>
          <a:custGeom>
            <a:avLst/>
            <a:gdLst/>
            <a:ahLst/>
            <a:cxnLst/>
            <a:rect l="l" t="t" r="r" b="b"/>
            <a:pathLst>
              <a:path w="12817" h="12777" extrusionOk="0">
                <a:moveTo>
                  <a:pt x="12701" y="1"/>
                </a:moveTo>
                <a:cubicBezTo>
                  <a:pt x="12681" y="1"/>
                  <a:pt x="12660" y="9"/>
                  <a:pt x="12641" y="27"/>
                </a:cubicBezTo>
                <a:lnTo>
                  <a:pt x="32" y="12637"/>
                </a:lnTo>
                <a:cubicBezTo>
                  <a:pt x="1" y="12668"/>
                  <a:pt x="1" y="12722"/>
                  <a:pt x="32" y="12753"/>
                </a:cubicBezTo>
                <a:cubicBezTo>
                  <a:pt x="47" y="12769"/>
                  <a:pt x="63" y="12776"/>
                  <a:pt x="86" y="12776"/>
                </a:cubicBezTo>
                <a:cubicBezTo>
                  <a:pt x="109" y="12776"/>
                  <a:pt x="133" y="12769"/>
                  <a:pt x="148" y="12753"/>
                </a:cubicBezTo>
                <a:lnTo>
                  <a:pt x="12757" y="136"/>
                </a:lnTo>
                <a:cubicBezTo>
                  <a:pt x="12816" y="77"/>
                  <a:pt x="12764" y="1"/>
                  <a:pt x="12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601;p20"/>
          <p:cNvGrpSpPr/>
          <p:nvPr/>
        </p:nvGrpSpPr>
        <p:grpSpPr>
          <a:xfrm>
            <a:off x="8405699" y="4706483"/>
            <a:ext cx="269497" cy="230589"/>
            <a:chOff x="-245801" y="266720"/>
            <a:chExt cx="269497" cy="230589"/>
          </a:xfrm>
        </p:grpSpPr>
        <p:sp>
          <p:nvSpPr>
            <p:cNvPr id="602" name="Google Shape;602;p20"/>
            <p:cNvSpPr/>
            <p:nvPr/>
          </p:nvSpPr>
          <p:spPr>
            <a:xfrm>
              <a:off x="-245801" y="266720"/>
              <a:ext cx="269497" cy="230589"/>
            </a:xfrm>
            <a:custGeom>
              <a:avLst/>
              <a:gdLst/>
              <a:ahLst/>
              <a:cxnLst/>
              <a:rect l="l" t="t" r="r" b="b"/>
              <a:pathLst>
                <a:path w="4987" h="4267" extrusionOk="0">
                  <a:moveTo>
                    <a:pt x="2837" y="166"/>
                  </a:moveTo>
                  <a:cubicBezTo>
                    <a:pt x="3846" y="166"/>
                    <a:pt x="4816" y="952"/>
                    <a:pt x="4816" y="2134"/>
                  </a:cubicBezTo>
                  <a:cubicBezTo>
                    <a:pt x="4816" y="3219"/>
                    <a:pt x="3940" y="4096"/>
                    <a:pt x="2854" y="4103"/>
                  </a:cubicBezTo>
                  <a:cubicBezTo>
                    <a:pt x="1102" y="4103"/>
                    <a:pt x="226" y="1986"/>
                    <a:pt x="1466" y="746"/>
                  </a:cubicBezTo>
                  <a:cubicBezTo>
                    <a:pt x="1865" y="345"/>
                    <a:pt x="2355" y="166"/>
                    <a:pt x="2837" y="166"/>
                  </a:cubicBezTo>
                  <a:close/>
                  <a:moveTo>
                    <a:pt x="2840" y="0"/>
                  </a:moveTo>
                  <a:cubicBezTo>
                    <a:pt x="2315" y="0"/>
                    <a:pt x="1779" y="195"/>
                    <a:pt x="1342" y="629"/>
                  </a:cubicBezTo>
                  <a:cubicBezTo>
                    <a:pt x="1" y="1971"/>
                    <a:pt x="955" y="4266"/>
                    <a:pt x="2854" y="4266"/>
                  </a:cubicBezTo>
                  <a:cubicBezTo>
                    <a:pt x="4033" y="4266"/>
                    <a:pt x="4987" y="3312"/>
                    <a:pt x="4987" y="2134"/>
                  </a:cubicBezTo>
                  <a:cubicBezTo>
                    <a:pt x="4987" y="849"/>
                    <a:pt x="3937" y="0"/>
                    <a:pt x="28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141881" y="331730"/>
              <a:ext cx="101055" cy="101055"/>
            </a:xfrm>
            <a:custGeom>
              <a:avLst/>
              <a:gdLst/>
              <a:ahLst/>
              <a:cxnLst/>
              <a:rect l="l" t="t" r="r" b="b"/>
              <a:pathLst>
                <a:path w="1870" h="1870" extrusionOk="0">
                  <a:moveTo>
                    <a:pt x="931" y="0"/>
                  </a:moveTo>
                  <a:cubicBezTo>
                    <a:pt x="420" y="0"/>
                    <a:pt x="1" y="419"/>
                    <a:pt x="1" y="931"/>
                  </a:cubicBezTo>
                  <a:cubicBezTo>
                    <a:pt x="1" y="1450"/>
                    <a:pt x="420" y="1869"/>
                    <a:pt x="931" y="1869"/>
                  </a:cubicBezTo>
                  <a:cubicBezTo>
                    <a:pt x="1451" y="1869"/>
                    <a:pt x="1870" y="1450"/>
                    <a:pt x="1870" y="931"/>
                  </a:cubicBezTo>
                  <a:cubicBezTo>
                    <a:pt x="1870" y="419"/>
                    <a:pt x="1451" y="0"/>
                    <a:pt x="9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604"/>
        <p:cNvGrpSpPr/>
        <p:nvPr/>
      </p:nvGrpSpPr>
      <p:grpSpPr>
        <a:xfrm>
          <a:off x="0" y="0"/>
          <a:ext cx="0" cy="0"/>
          <a:chOff x="0" y="0"/>
          <a:chExt cx="0" cy="0"/>
        </a:xfrm>
      </p:grpSpPr>
      <p:sp>
        <p:nvSpPr>
          <p:cNvPr id="605" name="Google Shape;605;p21"/>
          <p:cNvSpPr/>
          <p:nvPr/>
        </p:nvSpPr>
        <p:spPr>
          <a:xfrm>
            <a:off x="8758375" y="0"/>
            <a:ext cx="385800" cy="514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1"/>
          <p:cNvSpPr/>
          <p:nvPr/>
        </p:nvSpPr>
        <p:spPr>
          <a:xfrm>
            <a:off x="-175" y="0"/>
            <a:ext cx="178800" cy="514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1"/>
          <p:cNvSpPr txBox="1">
            <a:spLocks noGrp="1"/>
          </p:cNvSpPr>
          <p:nvPr>
            <p:ph type="subTitle" idx="1"/>
          </p:nvPr>
        </p:nvSpPr>
        <p:spPr>
          <a:xfrm>
            <a:off x="836950" y="1890450"/>
            <a:ext cx="2029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b="1">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608" name="Google Shape;608;p21"/>
          <p:cNvSpPr txBox="1">
            <a:spLocks noGrp="1"/>
          </p:cNvSpPr>
          <p:nvPr>
            <p:ph type="subTitle" idx="2"/>
          </p:nvPr>
        </p:nvSpPr>
        <p:spPr>
          <a:xfrm>
            <a:off x="3557463" y="1890450"/>
            <a:ext cx="2029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b="1">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609" name="Google Shape;609;p21"/>
          <p:cNvSpPr txBox="1">
            <a:spLocks noGrp="1"/>
          </p:cNvSpPr>
          <p:nvPr>
            <p:ph type="subTitle" idx="3"/>
          </p:nvPr>
        </p:nvSpPr>
        <p:spPr>
          <a:xfrm>
            <a:off x="6277925" y="1890450"/>
            <a:ext cx="2029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b="1">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610" name="Google Shape;610;p21"/>
          <p:cNvSpPr txBox="1">
            <a:spLocks noGrp="1"/>
          </p:cNvSpPr>
          <p:nvPr>
            <p:ph type="subTitle" idx="4"/>
          </p:nvPr>
        </p:nvSpPr>
        <p:spPr>
          <a:xfrm>
            <a:off x="836950" y="3642625"/>
            <a:ext cx="2029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b="1">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611" name="Google Shape;611;p21"/>
          <p:cNvSpPr txBox="1">
            <a:spLocks noGrp="1"/>
          </p:cNvSpPr>
          <p:nvPr>
            <p:ph type="subTitle" idx="5"/>
          </p:nvPr>
        </p:nvSpPr>
        <p:spPr>
          <a:xfrm>
            <a:off x="3557463" y="3642625"/>
            <a:ext cx="2029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b="1">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612" name="Google Shape;612;p21"/>
          <p:cNvSpPr txBox="1">
            <a:spLocks noGrp="1"/>
          </p:cNvSpPr>
          <p:nvPr>
            <p:ph type="subTitle" idx="6"/>
          </p:nvPr>
        </p:nvSpPr>
        <p:spPr>
          <a:xfrm>
            <a:off x="6277925" y="3642625"/>
            <a:ext cx="2029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lt1"/>
              </a:buClr>
              <a:buSzPts val="2400"/>
              <a:buNone/>
              <a:defRPr sz="2000" b="1">
                <a:latin typeface="Titillium Web"/>
                <a:ea typeface="Titillium Web"/>
                <a:cs typeface="Titillium Web"/>
                <a:sym typeface="Titillium Web"/>
              </a:defRPr>
            </a:lvl1pPr>
            <a:lvl2pPr lvl="1" algn="ctr" rtl="0">
              <a:spcBef>
                <a:spcPts val="0"/>
              </a:spcBef>
              <a:spcAft>
                <a:spcPts val="0"/>
              </a:spcAft>
              <a:buClr>
                <a:schemeClr val="lt1"/>
              </a:buClr>
              <a:buSzPts val="2400"/>
              <a:buNone/>
              <a:defRPr sz="2400">
                <a:solidFill>
                  <a:schemeClr val="lt1"/>
                </a:solidFill>
              </a:defRPr>
            </a:lvl2pPr>
            <a:lvl3pPr lvl="2" algn="ctr" rtl="0">
              <a:spcBef>
                <a:spcPts val="0"/>
              </a:spcBef>
              <a:spcAft>
                <a:spcPts val="0"/>
              </a:spcAft>
              <a:buClr>
                <a:schemeClr val="lt1"/>
              </a:buClr>
              <a:buSzPts val="2400"/>
              <a:buNone/>
              <a:defRPr sz="2400">
                <a:solidFill>
                  <a:schemeClr val="lt1"/>
                </a:solidFill>
              </a:defRPr>
            </a:lvl3pPr>
            <a:lvl4pPr lvl="3" algn="ctr" rtl="0">
              <a:spcBef>
                <a:spcPts val="0"/>
              </a:spcBef>
              <a:spcAft>
                <a:spcPts val="0"/>
              </a:spcAft>
              <a:buClr>
                <a:schemeClr val="lt1"/>
              </a:buClr>
              <a:buSzPts val="2400"/>
              <a:buNone/>
              <a:defRPr sz="2400">
                <a:solidFill>
                  <a:schemeClr val="lt1"/>
                </a:solidFill>
              </a:defRPr>
            </a:lvl4pPr>
            <a:lvl5pPr lvl="4" algn="ctr" rtl="0">
              <a:spcBef>
                <a:spcPts val="0"/>
              </a:spcBef>
              <a:spcAft>
                <a:spcPts val="0"/>
              </a:spcAft>
              <a:buClr>
                <a:schemeClr val="lt1"/>
              </a:buClr>
              <a:buSzPts val="2400"/>
              <a:buNone/>
              <a:defRPr sz="2400">
                <a:solidFill>
                  <a:schemeClr val="lt1"/>
                </a:solidFill>
              </a:defRPr>
            </a:lvl5pPr>
            <a:lvl6pPr lvl="5" algn="ctr" rtl="0">
              <a:spcBef>
                <a:spcPts val="0"/>
              </a:spcBef>
              <a:spcAft>
                <a:spcPts val="0"/>
              </a:spcAft>
              <a:buClr>
                <a:schemeClr val="lt1"/>
              </a:buClr>
              <a:buSzPts val="2400"/>
              <a:buNone/>
              <a:defRPr sz="2400">
                <a:solidFill>
                  <a:schemeClr val="lt1"/>
                </a:solidFill>
              </a:defRPr>
            </a:lvl6pPr>
            <a:lvl7pPr lvl="6" algn="ctr" rtl="0">
              <a:spcBef>
                <a:spcPts val="0"/>
              </a:spcBef>
              <a:spcAft>
                <a:spcPts val="0"/>
              </a:spcAft>
              <a:buClr>
                <a:schemeClr val="lt1"/>
              </a:buClr>
              <a:buSzPts val="2400"/>
              <a:buNone/>
              <a:defRPr sz="2400">
                <a:solidFill>
                  <a:schemeClr val="lt1"/>
                </a:solidFill>
              </a:defRPr>
            </a:lvl7pPr>
            <a:lvl8pPr lvl="7" algn="ctr" rtl="0">
              <a:spcBef>
                <a:spcPts val="0"/>
              </a:spcBef>
              <a:spcAft>
                <a:spcPts val="0"/>
              </a:spcAft>
              <a:buClr>
                <a:schemeClr val="lt1"/>
              </a:buClr>
              <a:buSzPts val="2400"/>
              <a:buNone/>
              <a:defRPr sz="2400">
                <a:solidFill>
                  <a:schemeClr val="lt1"/>
                </a:solidFill>
              </a:defRPr>
            </a:lvl8pPr>
            <a:lvl9pPr lvl="8" algn="ctr" rtl="0">
              <a:spcBef>
                <a:spcPts val="0"/>
              </a:spcBef>
              <a:spcAft>
                <a:spcPts val="0"/>
              </a:spcAft>
              <a:buClr>
                <a:schemeClr val="lt1"/>
              </a:buClr>
              <a:buSzPts val="2400"/>
              <a:buNone/>
              <a:defRPr sz="2400">
                <a:solidFill>
                  <a:schemeClr val="lt1"/>
                </a:solidFill>
              </a:defRPr>
            </a:lvl9pPr>
          </a:lstStyle>
          <a:p>
            <a:endParaRPr/>
          </a:p>
        </p:txBody>
      </p:sp>
      <p:sp>
        <p:nvSpPr>
          <p:cNvPr id="613" name="Google Shape;613;p21"/>
          <p:cNvSpPr txBox="1">
            <a:spLocks noGrp="1"/>
          </p:cNvSpPr>
          <p:nvPr>
            <p:ph type="subTitle" idx="7"/>
          </p:nvPr>
        </p:nvSpPr>
        <p:spPr>
          <a:xfrm>
            <a:off x="836950" y="2171413"/>
            <a:ext cx="2029200" cy="46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spcBef>
                <a:spcPts val="0"/>
              </a:spcBef>
              <a:spcAft>
                <a:spcPts val="0"/>
              </a:spcAft>
              <a:buClr>
                <a:schemeClr val="dk1"/>
              </a:buClr>
              <a:buSzPts val="1200"/>
              <a:buNone/>
              <a:defRPr>
                <a:solidFill>
                  <a:schemeClr val="dk1"/>
                </a:solidFill>
              </a:defRPr>
            </a:lvl2pPr>
            <a:lvl3pPr lvl="2" algn="ctr" rtl="0">
              <a:spcBef>
                <a:spcPts val="0"/>
              </a:spcBef>
              <a:spcAft>
                <a:spcPts val="0"/>
              </a:spcAft>
              <a:buClr>
                <a:schemeClr val="dk1"/>
              </a:buClr>
              <a:buSzPts val="1200"/>
              <a:buNone/>
              <a:defRPr>
                <a:solidFill>
                  <a:schemeClr val="dk1"/>
                </a:solidFill>
              </a:defRPr>
            </a:lvl3pPr>
            <a:lvl4pPr lvl="3" algn="ctr" rtl="0">
              <a:spcBef>
                <a:spcPts val="0"/>
              </a:spcBef>
              <a:spcAft>
                <a:spcPts val="0"/>
              </a:spcAft>
              <a:buClr>
                <a:schemeClr val="dk1"/>
              </a:buClr>
              <a:buSzPts val="1200"/>
              <a:buNone/>
              <a:defRPr>
                <a:solidFill>
                  <a:schemeClr val="dk1"/>
                </a:solidFill>
              </a:defRPr>
            </a:lvl4pPr>
            <a:lvl5pPr lvl="4" algn="ctr" rtl="0">
              <a:spcBef>
                <a:spcPts val="0"/>
              </a:spcBef>
              <a:spcAft>
                <a:spcPts val="0"/>
              </a:spcAft>
              <a:buClr>
                <a:schemeClr val="dk1"/>
              </a:buClr>
              <a:buSzPts val="1200"/>
              <a:buNone/>
              <a:defRPr>
                <a:solidFill>
                  <a:schemeClr val="dk1"/>
                </a:solidFill>
              </a:defRPr>
            </a:lvl5pPr>
            <a:lvl6pPr lvl="5" algn="ctr" rtl="0">
              <a:spcBef>
                <a:spcPts val="0"/>
              </a:spcBef>
              <a:spcAft>
                <a:spcPts val="0"/>
              </a:spcAft>
              <a:buClr>
                <a:schemeClr val="dk1"/>
              </a:buClr>
              <a:buSzPts val="1200"/>
              <a:buNone/>
              <a:defRPr>
                <a:solidFill>
                  <a:schemeClr val="dk1"/>
                </a:solidFill>
              </a:defRPr>
            </a:lvl6pPr>
            <a:lvl7pPr lvl="6" algn="ctr" rtl="0">
              <a:spcBef>
                <a:spcPts val="0"/>
              </a:spcBef>
              <a:spcAft>
                <a:spcPts val="0"/>
              </a:spcAft>
              <a:buClr>
                <a:schemeClr val="dk1"/>
              </a:buClr>
              <a:buSzPts val="1200"/>
              <a:buNone/>
              <a:defRPr>
                <a:solidFill>
                  <a:schemeClr val="dk1"/>
                </a:solidFill>
              </a:defRPr>
            </a:lvl7pPr>
            <a:lvl8pPr lvl="7" algn="ctr" rtl="0">
              <a:spcBef>
                <a:spcPts val="0"/>
              </a:spcBef>
              <a:spcAft>
                <a:spcPts val="0"/>
              </a:spcAft>
              <a:buClr>
                <a:schemeClr val="dk1"/>
              </a:buClr>
              <a:buSzPts val="1200"/>
              <a:buNone/>
              <a:defRPr>
                <a:solidFill>
                  <a:schemeClr val="dk1"/>
                </a:solidFill>
              </a:defRPr>
            </a:lvl8pPr>
            <a:lvl9pPr lvl="8" algn="ctr" rtl="0">
              <a:spcBef>
                <a:spcPts val="0"/>
              </a:spcBef>
              <a:spcAft>
                <a:spcPts val="0"/>
              </a:spcAft>
              <a:buClr>
                <a:schemeClr val="dk1"/>
              </a:buClr>
              <a:buSzPts val="1200"/>
              <a:buNone/>
              <a:defRPr>
                <a:solidFill>
                  <a:schemeClr val="dk1"/>
                </a:solidFill>
              </a:defRPr>
            </a:lvl9pPr>
          </a:lstStyle>
          <a:p>
            <a:endParaRPr/>
          </a:p>
        </p:txBody>
      </p:sp>
      <p:sp>
        <p:nvSpPr>
          <p:cNvPr id="614" name="Google Shape;614;p21"/>
          <p:cNvSpPr txBox="1">
            <a:spLocks noGrp="1"/>
          </p:cNvSpPr>
          <p:nvPr>
            <p:ph type="subTitle" idx="8"/>
          </p:nvPr>
        </p:nvSpPr>
        <p:spPr>
          <a:xfrm>
            <a:off x="3557463" y="2171413"/>
            <a:ext cx="2029200" cy="46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spcBef>
                <a:spcPts val="0"/>
              </a:spcBef>
              <a:spcAft>
                <a:spcPts val="0"/>
              </a:spcAft>
              <a:buClr>
                <a:schemeClr val="dk1"/>
              </a:buClr>
              <a:buSzPts val="1200"/>
              <a:buNone/>
              <a:defRPr>
                <a:solidFill>
                  <a:schemeClr val="dk1"/>
                </a:solidFill>
              </a:defRPr>
            </a:lvl2pPr>
            <a:lvl3pPr lvl="2" algn="ctr" rtl="0">
              <a:spcBef>
                <a:spcPts val="0"/>
              </a:spcBef>
              <a:spcAft>
                <a:spcPts val="0"/>
              </a:spcAft>
              <a:buClr>
                <a:schemeClr val="dk1"/>
              </a:buClr>
              <a:buSzPts val="1200"/>
              <a:buNone/>
              <a:defRPr>
                <a:solidFill>
                  <a:schemeClr val="dk1"/>
                </a:solidFill>
              </a:defRPr>
            </a:lvl3pPr>
            <a:lvl4pPr lvl="3" algn="ctr" rtl="0">
              <a:spcBef>
                <a:spcPts val="0"/>
              </a:spcBef>
              <a:spcAft>
                <a:spcPts val="0"/>
              </a:spcAft>
              <a:buClr>
                <a:schemeClr val="dk1"/>
              </a:buClr>
              <a:buSzPts val="1200"/>
              <a:buNone/>
              <a:defRPr>
                <a:solidFill>
                  <a:schemeClr val="dk1"/>
                </a:solidFill>
              </a:defRPr>
            </a:lvl4pPr>
            <a:lvl5pPr lvl="4" algn="ctr" rtl="0">
              <a:spcBef>
                <a:spcPts val="0"/>
              </a:spcBef>
              <a:spcAft>
                <a:spcPts val="0"/>
              </a:spcAft>
              <a:buClr>
                <a:schemeClr val="dk1"/>
              </a:buClr>
              <a:buSzPts val="1200"/>
              <a:buNone/>
              <a:defRPr>
                <a:solidFill>
                  <a:schemeClr val="dk1"/>
                </a:solidFill>
              </a:defRPr>
            </a:lvl5pPr>
            <a:lvl6pPr lvl="5" algn="ctr" rtl="0">
              <a:spcBef>
                <a:spcPts val="0"/>
              </a:spcBef>
              <a:spcAft>
                <a:spcPts val="0"/>
              </a:spcAft>
              <a:buClr>
                <a:schemeClr val="dk1"/>
              </a:buClr>
              <a:buSzPts val="1200"/>
              <a:buNone/>
              <a:defRPr>
                <a:solidFill>
                  <a:schemeClr val="dk1"/>
                </a:solidFill>
              </a:defRPr>
            </a:lvl6pPr>
            <a:lvl7pPr lvl="6" algn="ctr" rtl="0">
              <a:spcBef>
                <a:spcPts val="0"/>
              </a:spcBef>
              <a:spcAft>
                <a:spcPts val="0"/>
              </a:spcAft>
              <a:buClr>
                <a:schemeClr val="dk1"/>
              </a:buClr>
              <a:buSzPts val="1200"/>
              <a:buNone/>
              <a:defRPr>
                <a:solidFill>
                  <a:schemeClr val="dk1"/>
                </a:solidFill>
              </a:defRPr>
            </a:lvl7pPr>
            <a:lvl8pPr lvl="7" algn="ctr" rtl="0">
              <a:spcBef>
                <a:spcPts val="0"/>
              </a:spcBef>
              <a:spcAft>
                <a:spcPts val="0"/>
              </a:spcAft>
              <a:buClr>
                <a:schemeClr val="dk1"/>
              </a:buClr>
              <a:buSzPts val="1200"/>
              <a:buNone/>
              <a:defRPr>
                <a:solidFill>
                  <a:schemeClr val="dk1"/>
                </a:solidFill>
              </a:defRPr>
            </a:lvl8pPr>
            <a:lvl9pPr lvl="8" algn="ctr" rtl="0">
              <a:spcBef>
                <a:spcPts val="0"/>
              </a:spcBef>
              <a:spcAft>
                <a:spcPts val="0"/>
              </a:spcAft>
              <a:buClr>
                <a:schemeClr val="dk1"/>
              </a:buClr>
              <a:buSzPts val="1200"/>
              <a:buNone/>
              <a:defRPr>
                <a:solidFill>
                  <a:schemeClr val="dk1"/>
                </a:solidFill>
              </a:defRPr>
            </a:lvl9pPr>
          </a:lstStyle>
          <a:p>
            <a:endParaRPr/>
          </a:p>
        </p:txBody>
      </p:sp>
      <p:sp>
        <p:nvSpPr>
          <p:cNvPr id="615" name="Google Shape;615;p21"/>
          <p:cNvSpPr txBox="1">
            <a:spLocks noGrp="1"/>
          </p:cNvSpPr>
          <p:nvPr>
            <p:ph type="subTitle" idx="9"/>
          </p:nvPr>
        </p:nvSpPr>
        <p:spPr>
          <a:xfrm>
            <a:off x="836950" y="3923588"/>
            <a:ext cx="2029200" cy="46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spcBef>
                <a:spcPts val="0"/>
              </a:spcBef>
              <a:spcAft>
                <a:spcPts val="0"/>
              </a:spcAft>
              <a:buClr>
                <a:schemeClr val="dk1"/>
              </a:buClr>
              <a:buSzPts val="1200"/>
              <a:buNone/>
              <a:defRPr>
                <a:solidFill>
                  <a:schemeClr val="dk1"/>
                </a:solidFill>
              </a:defRPr>
            </a:lvl2pPr>
            <a:lvl3pPr lvl="2" algn="ctr" rtl="0">
              <a:spcBef>
                <a:spcPts val="0"/>
              </a:spcBef>
              <a:spcAft>
                <a:spcPts val="0"/>
              </a:spcAft>
              <a:buClr>
                <a:schemeClr val="dk1"/>
              </a:buClr>
              <a:buSzPts val="1200"/>
              <a:buNone/>
              <a:defRPr>
                <a:solidFill>
                  <a:schemeClr val="dk1"/>
                </a:solidFill>
              </a:defRPr>
            </a:lvl3pPr>
            <a:lvl4pPr lvl="3" algn="ctr" rtl="0">
              <a:spcBef>
                <a:spcPts val="0"/>
              </a:spcBef>
              <a:spcAft>
                <a:spcPts val="0"/>
              </a:spcAft>
              <a:buClr>
                <a:schemeClr val="dk1"/>
              </a:buClr>
              <a:buSzPts val="1200"/>
              <a:buNone/>
              <a:defRPr>
                <a:solidFill>
                  <a:schemeClr val="dk1"/>
                </a:solidFill>
              </a:defRPr>
            </a:lvl4pPr>
            <a:lvl5pPr lvl="4" algn="ctr" rtl="0">
              <a:spcBef>
                <a:spcPts val="0"/>
              </a:spcBef>
              <a:spcAft>
                <a:spcPts val="0"/>
              </a:spcAft>
              <a:buClr>
                <a:schemeClr val="dk1"/>
              </a:buClr>
              <a:buSzPts val="1200"/>
              <a:buNone/>
              <a:defRPr>
                <a:solidFill>
                  <a:schemeClr val="dk1"/>
                </a:solidFill>
              </a:defRPr>
            </a:lvl5pPr>
            <a:lvl6pPr lvl="5" algn="ctr" rtl="0">
              <a:spcBef>
                <a:spcPts val="0"/>
              </a:spcBef>
              <a:spcAft>
                <a:spcPts val="0"/>
              </a:spcAft>
              <a:buClr>
                <a:schemeClr val="dk1"/>
              </a:buClr>
              <a:buSzPts val="1200"/>
              <a:buNone/>
              <a:defRPr>
                <a:solidFill>
                  <a:schemeClr val="dk1"/>
                </a:solidFill>
              </a:defRPr>
            </a:lvl6pPr>
            <a:lvl7pPr lvl="6" algn="ctr" rtl="0">
              <a:spcBef>
                <a:spcPts val="0"/>
              </a:spcBef>
              <a:spcAft>
                <a:spcPts val="0"/>
              </a:spcAft>
              <a:buClr>
                <a:schemeClr val="dk1"/>
              </a:buClr>
              <a:buSzPts val="1200"/>
              <a:buNone/>
              <a:defRPr>
                <a:solidFill>
                  <a:schemeClr val="dk1"/>
                </a:solidFill>
              </a:defRPr>
            </a:lvl7pPr>
            <a:lvl8pPr lvl="7" algn="ctr" rtl="0">
              <a:spcBef>
                <a:spcPts val="0"/>
              </a:spcBef>
              <a:spcAft>
                <a:spcPts val="0"/>
              </a:spcAft>
              <a:buClr>
                <a:schemeClr val="dk1"/>
              </a:buClr>
              <a:buSzPts val="1200"/>
              <a:buNone/>
              <a:defRPr>
                <a:solidFill>
                  <a:schemeClr val="dk1"/>
                </a:solidFill>
              </a:defRPr>
            </a:lvl8pPr>
            <a:lvl9pPr lvl="8" algn="ctr" rtl="0">
              <a:spcBef>
                <a:spcPts val="0"/>
              </a:spcBef>
              <a:spcAft>
                <a:spcPts val="0"/>
              </a:spcAft>
              <a:buClr>
                <a:schemeClr val="dk1"/>
              </a:buClr>
              <a:buSzPts val="1200"/>
              <a:buNone/>
              <a:defRPr>
                <a:solidFill>
                  <a:schemeClr val="dk1"/>
                </a:solidFill>
              </a:defRPr>
            </a:lvl9pPr>
          </a:lstStyle>
          <a:p>
            <a:endParaRPr/>
          </a:p>
        </p:txBody>
      </p:sp>
      <p:sp>
        <p:nvSpPr>
          <p:cNvPr id="616" name="Google Shape;616;p21"/>
          <p:cNvSpPr txBox="1">
            <a:spLocks noGrp="1"/>
          </p:cNvSpPr>
          <p:nvPr>
            <p:ph type="subTitle" idx="13"/>
          </p:nvPr>
        </p:nvSpPr>
        <p:spPr>
          <a:xfrm>
            <a:off x="3557463" y="3923588"/>
            <a:ext cx="2029200" cy="46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spcBef>
                <a:spcPts val="0"/>
              </a:spcBef>
              <a:spcAft>
                <a:spcPts val="0"/>
              </a:spcAft>
              <a:buClr>
                <a:schemeClr val="dk1"/>
              </a:buClr>
              <a:buSzPts val="1200"/>
              <a:buNone/>
              <a:defRPr>
                <a:solidFill>
                  <a:schemeClr val="dk1"/>
                </a:solidFill>
              </a:defRPr>
            </a:lvl2pPr>
            <a:lvl3pPr lvl="2" algn="ctr" rtl="0">
              <a:spcBef>
                <a:spcPts val="0"/>
              </a:spcBef>
              <a:spcAft>
                <a:spcPts val="0"/>
              </a:spcAft>
              <a:buClr>
                <a:schemeClr val="dk1"/>
              </a:buClr>
              <a:buSzPts val="1200"/>
              <a:buNone/>
              <a:defRPr>
                <a:solidFill>
                  <a:schemeClr val="dk1"/>
                </a:solidFill>
              </a:defRPr>
            </a:lvl3pPr>
            <a:lvl4pPr lvl="3" algn="ctr" rtl="0">
              <a:spcBef>
                <a:spcPts val="0"/>
              </a:spcBef>
              <a:spcAft>
                <a:spcPts val="0"/>
              </a:spcAft>
              <a:buClr>
                <a:schemeClr val="dk1"/>
              </a:buClr>
              <a:buSzPts val="1200"/>
              <a:buNone/>
              <a:defRPr>
                <a:solidFill>
                  <a:schemeClr val="dk1"/>
                </a:solidFill>
              </a:defRPr>
            </a:lvl4pPr>
            <a:lvl5pPr lvl="4" algn="ctr" rtl="0">
              <a:spcBef>
                <a:spcPts val="0"/>
              </a:spcBef>
              <a:spcAft>
                <a:spcPts val="0"/>
              </a:spcAft>
              <a:buClr>
                <a:schemeClr val="dk1"/>
              </a:buClr>
              <a:buSzPts val="1200"/>
              <a:buNone/>
              <a:defRPr>
                <a:solidFill>
                  <a:schemeClr val="dk1"/>
                </a:solidFill>
              </a:defRPr>
            </a:lvl5pPr>
            <a:lvl6pPr lvl="5" algn="ctr" rtl="0">
              <a:spcBef>
                <a:spcPts val="0"/>
              </a:spcBef>
              <a:spcAft>
                <a:spcPts val="0"/>
              </a:spcAft>
              <a:buClr>
                <a:schemeClr val="dk1"/>
              </a:buClr>
              <a:buSzPts val="1200"/>
              <a:buNone/>
              <a:defRPr>
                <a:solidFill>
                  <a:schemeClr val="dk1"/>
                </a:solidFill>
              </a:defRPr>
            </a:lvl6pPr>
            <a:lvl7pPr lvl="6" algn="ctr" rtl="0">
              <a:spcBef>
                <a:spcPts val="0"/>
              </a:spcBef>
              <a:spcAft>
                <a:spcPts val="0"/>
              </a:spcAft>
              <a:buClr>
                <a:schemeClr val="dk1"/>
              </a:buClr>
              <a:buSzPts val="1200"/>
              <a:buNone/>
              <a:defRPr>
                <a:solidFill>
                  <a:schemeClr val="dk1"/>
                </a:solidFill>
              </a:defRPr>
            </a:lvl7pPr>
            <a:lvl8pPr lvl="7" algn="ctr" rtl="0">
              <a:spcBef>
                <a:spcPts val="0"/>
              </a:spcBef>
              <a:spcAft>
                <a:spcPts val="0"/>
              </a:spcAft>
              <a:buClr>
                <a:schemeClr val="dk1"/>
              </a:buClr>
              <a:buSzPts val="1200"/>
              <a:buNone/>
              <a:defRPr>
                <a:solidFill>
                  <a:schemeClr val="dk1"/>
                </a:solidFill>
              </a:defRPr>
            </a:lvl8pPr>
            <a:lvl9pPr lvl="8" algn="ctr" rtl="0">
              <a:spcBef>
                <a:spcPts val="0"/>
              </a:spcBef>
              <a:spcAft>
                <a:spcPts val="0"/>
              </a:spcAft>
              <a:buClr>
                <a:schemeClr val="dk1"/>
              </a:buClr>
              <a:buSzPts val="1200"/>
              <a:buNone/>
              <a:defRPr>
                <a:solidFill>
                  <a:schemeClr val="dk1"/>
                </a:solidFill>
              </a:defRPr>
            </a:lvl9pPr>
          </a:lstStyle>
          <a:p>
            <a:endParaRPr/>
          </a:p>
        </p:txBody>
      </p:sp>
      <p:sp>
        <p:nvSpPr>
          <p:cNvPr id="617" name="Google Shape;617;p21"/>
          <p:cNvSpPr txBox="1">
            <a:spLocks noGrp="1"/>
          </p:cNvSpPr>
          <p:nvPr>
            <p:ph type="title"/>
          </p:nvPr>
        </p:nvSpPr>
        <p:spPr>
          <a:xfrm>
            <a:off x="720000" y="36827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8" name="Google Shape;618;p21"/>
          <p:cNvSpPr txBox="1">
            <a:spLocks noGrp="1"/>
          </p:cNvSpPr>
          <p:nvPr>
            <p:ph type="subTitle" idx="14"/>
          </p:nvPr>
        </p:nvSpPr>
        <p:spPr>
          <a:xfrm>
            <a:off x="6277927" y="2171413"/>
            <a:ext cx="2029200" cy="46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spcBef>
                <a:spcPts val="0"/>
              </a:spcBef>
              <a:spcAft>
                <a:spcPts val="0"/>
              </a:spcAft>
              <a:buClr>
                <a:schemeClr val="dk1"/>
              </a:buClr>
              <a:buSzPts val="1200"/>
              <a:buNone/>
              <a:defRPr>
                <a:solidFill>
                  <a:schemeClr val="dk1"/>
                </a:solidFill>
              </a:defRPr>
            </a:lvl2pPr>
            <a:lvl3pPr lvl="2" algn="ctr" rtl="0">
              <a:spcBef>
                <a:spcPts val="0"/>
              </a:spcBef>
              <a:spcAft>
                <a:spcPts val="0"/>
              </a:spcAft>
              <a:buClr>
                <a:schemeClr val="dk1"/>
              </a:buClr>
              <a:buSzPts val="1200"/>
              <a:buNone/>
              <a:defRPr>
                <a:solidFill>
                  <a:schemeClr val="dk1"/>
                </a:solidFill>
              </a:defRPr>
            </a:lvl3pPr>
            <a:lvl4pPr lvl="3" algn="ctr" rtl="0">
              <a:spcBef>
                <a:spcPts val="0"/>
              </a:spcBef>
              <a:spcAft>
                <a:spcPts val="0"/>
              </a:spcAft>
              <a:buClr>
                <a:schemeClr val="dk1"/>
              </a:buClr>
              <a:buSzPts val="1200"/>
              <a:buNone/>
              <a:defRPr>
                <a:solidFill>
                  <a:schemeClr val="dk1"/>
                </a:solidFill>
              </a:defRPr>
            </a:lvl4pPr>
            <a:lvl5pPr lvl="4" algn="ctr" rtl="0">
              <a:spcBef>
                <a:spcPts val="0"/>
              </a:spcBef>
              <a:spcAft>
                <a:spcPts val="0"/>
              </a:spcAft>
              <a:buClr>
                <a:schemeClr val="dk1"/>
              </a:buClr>
              <a:buSzPts val="1200"/>
              <a:buNone/>
              <a:defRPr>
                <a:solidFill>
                  <a:schemeClr val="dk1"/>
                </a:solidFill>
              </a:defRPr>
            </a:lvl5pPr>
            <a:lvl6pPr lvl="5" algn="ctr" rtl="0">
              <a:spcBef>
                <a:spcPts val="0"/>
              </a:spcBef>
              <a:spcAft>
                <a:spcPts val="0"/>
              </a:spcAft>
              <a:buClr>
                <a:schemeClr val="dk1"/>
              </a:buClr>
              <a:buSzPts val="1200"/>
              <a:buNone/>
              <a:defRPr>
                <a:solidFill>
                  <a:schemeClr val="dk1"/>
                </a:solidFill>
              </a:defRPr>
            </a:lvl6pPr>
            <a:lvl7pPr lvl="6" algn="ctr" rtl="0">
              <a:spcBef>
                <a:spcPts val="0"/>
              </a:spcBef>
              <a:spcAft>
                <a:spcPts val="0"/>
              </a:spcAft>
              <a:buClr>
                <a:schemeClr val="dk1"/>
              </a:buClr>
              <a:buSzPts val="1200"/>
              <a:buNone/>
              <a:defRPr>
                <a:solidFill>
                  <a:schemeClr val="dk1"/>
                </a:solidFill>
              </a:defRPr>
            </a:lvl7pPr>
            <a:lvl8pPr lvl="7" algn="ctr" rtl="0">
              <a:spcBef>
                <a:spcPts val="0"/>
              </a:spcBef>
              <a:spcAft>
                <a:spcPts val="0"/>
              </a:spcAft>
              <a:buClr>
                <a:schemeClr val="dk1"/>
              </a:buClr>
              <a:buSzPts val="1200"/>
              <a:buNone/>
              <a:defRPr>
                <a:solidFill>
                  <a:schemeClr val="dk1"/>
                </a:solidFill>
              </a:defRPr>
            </a:lvl8pPr>
            <a:lvl9pPr lvl="8" algn="ctr" rtl="0">
              <a:spcBef>
                <a:spcPts val="0"/>
              </a:spcBef>
              <a:spcAft>
                <a:spcPts val="0"/>
              </a:spcAft>
              <a:buClr>
                <a:schemeClr val="dk1"/>
              </a:buClr>
              <a:buSzPts val="1200"/>
              <a:buNone/>
              <a:defRPr>
                <a:solidFill>
                  <a:schemeClr val="dk1"/>
                </a:solidFill>
              </a:defRPr>
            </a:lvl9pPr>
          </a:lstStyle>
          <a:p>
            <a:endParaRPr/>
          </a:p>
        </p:txBody>
      </p:sp>
      <p:sp>
        <p:nvSpPr>
          <p:cNvPr id="619" name="Google Shape;619;p21"/>
          <p:cNvSpPr txBox="1">
            <a:spLocks noGrp="1"/>
          </p:cNvSpPr>
          <p:nvPr>
            <p:ph type="subTitle" idx="15"/>
          </p:nvPr>
        </p:nvSpPr>
        <p:spPr>
          <a:xfrm>
            <a:off x="6277927" y="3923588"/>
            <a:ext cx="2029200" cy="46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spcBef>
                <a:spcPts val="0"/>
              </a:spcBef>
              <a:spcAft>
                <a:spcPts val="0"/>
              </a:spcAft>
              <a:buClr>
                <a:schemeClr val="dk1"/>
              </a:buClr>
              <a:buSzPts val="1200"/>
              <a:buNone/>
              <a:defRPr>
                <a:solidFill>
                  <a:schemeClr val="dk1"/>
                </a:solidFill>
              </a:defRPr>
            </a:lvl2pPr>
            <a:lvl3pPr lvl="2" algn="ctr" rtl="0">
              <a:spcBef>
                <a:spcPts val="0"/>
              </a:spcBef>
              <a:spcAft>
                <a:spcPts val="0"/>
              </a:spcAft>
              <a:buClr>
                <a:schemeClr val="dk1"/>
              </a:buClr>
              <a:buSzPts val="1200"/>
              <a:buNone/>
              <a:defRPr>
                <a:solidFill>
                  <a:schemeClr val="dk1"/>
                </a:solidFill>
              </a:defRPr>
            </a:lvl3pPr>
            <a:lvl4pPr lvl="3" algn="ctr" rtl="0">
              <a:spcBef>
                <a:spcPts val="0"/>
              </a:spcBef>
              <a:spcAft>
                <a:spcPts val="0"/>
              </a:spcAft>
              <a:buClr>
                <a:schemeClr val="dk1"/>
              </a:buClr>
              <a:buSzPts val="1200"/>
              <a:buNone/>
              <a:defRPr>
                <a:solidFill>
                  <a:schemeClr val="dk1"/>
                </a:solidFill>
              </a:defRPr>
            </a:lvl4pPr>
            <a:lvl5pPr lvl="4" algn="ctr" rtl="0">
              <a:spcBef>
                <a:spcPts val="0"/>
              </a:spcBef>
              <a:spcAft>
                <a:spcPts val="0"/>
              </a:spcAft>
              <a:buClr>
                <a:schemeClr val="dk1"/>
              </a:buClr>
              <a:buSzPts val="1200"/>
              <a:buNone/>
              <a:defRPr>
                <a:solidFill>
                  <a:schemeClr val="dk1"/>
                </a:solidFill>
              </a:defRPr>
            </a:lvl5pPr>
            <a:lvl6pPr lvl="5" algn="ctr" rtl="0">
              <a:spcBef>
                <a:spcPts val="0"/>
              </a:spcBef>
              <a:spcAft>
                <a:spcPts val="0"/>
              </a:spcAft>
              <a:buClr>
                <a:schemeClr val="dk1"/>
              </a:buClr>
              <a:buSzPts val="1200"/>
              <a:buNone/>
              <a:defRPr>
                <a:solidFill>
                  <a:schemeClr val="dk1"/>
                </a:solidFill>
              </a:defRPr>
            </a:lvl6pPr>
            <a:lvl7pPr lvl="6" algn="ctr" rtl="0">
              <a:spcBef>
                <a:spcPts val="0"/>
              </a:spcBef>
              <a:spcAft>
                <a:spcPts val="0"/>
              </a:spcAft>
              <a:buClr>
                <a:schemeClr val="dk1"/>
              </a:buClr>
              <a:buSzPts val="1200"/>
              <a:buNone/>
              <a:defRPr>
                <a:solidFill>
                  <a:schemeClr val="dk1"/>
                </a:solidFill>
              </a:defRPr>
            </a:lvl7pPr>
            <a:lvl8pPr lvl="7" algn="ctr" rtl="0">
              <a:spcBef>
                <a:spcPts val="0"/>
              </a:spcBef>
              <a:spcAft>
                <a:spcPts val="0"/>
              </a:spcAft>
              <a:buClr>
                <a:schemeClr val="dk1"/>
              </a:buClr>
              <a:buSzPts val="1200"/>
              <a:buNone/>
              <a:defRPr>
                <a:solidFill>
                  <a:schemeClr val="dk1"/>
                </a:solidFill>
              </a:defRPr>
            </a:lvl8pPr>
            <a:lvl9pPr lvl="8" algn="ctr" rtl="0">
              <a:spcBef>
                <a:spcPts val="0"/>
              </a:spcBef>
              <a:spcAft>
                <a:spcPts val="0"/>
              </a:spcAft>
              <a:buClr>
                <a:schemeClr val="dk1"/>
              </a:buClr>
              <a:buSzPts val="1200"/>
              <a:buNone/>
              <a:defRPr>
                <a:solidFill>
                  <a:schemeClr val="dk1"/>
                </a:solidFill>
              </a:defRPr>
            </a:lvl9pPr>
          </a:lstStyle>
          <a:p>
            <a:endParaRPr/>
          </a:p>
        </p:txBody>
      </p:sp>
      <p:grpSp>
        <p:nvGrpSpPr>
          <p:cNvPr id="620" name="Google Shape;620;p21"/>
          <p:cNvGrpSpPr/>
          <p:nvPr/>
        </p:nvGrpSpPr>
        <p:grpSpPr>
          <a:xfrm>
            <a:off x="-406744" y="-398844"/>
            <a:ext cx="2119863" cy="2659372"/>
            <a:chOff x="-406744" y="-398844"/>
            <a:chExt cx="2119863" cy="2659372"/>
          </a:xfrm>
        </p:grpSpPr>
        <p:grpSp>
          <p:nvGrpSpPr>
            <p:cNvPr id="621" name="Google Shape;621;p21"/>
            <p:cNvGrpSpPr/>
            <p:nvPr/>
          </p:nvGrpSpPr>
          <p:grpSpPr>
            <a:xfrm>
              <a:off x="-406744" y="78859"/>
              <a:ext cx="1329000" cy="2181669"/>
              <a:chOff x="6565456" y="2107784"/>
              <a:chExt cx="1329000" cy="2181669"/>
            </a:xfrm>
          </p:grpSpPr>
          <p:sp>
            <p:nvSpPr>
              <p:cNvPr id="622" name="Google Shape;622;p21"/>
              <p:cNvSpPr/>
              <p:nvPr/>
            </p:nvSpPr>
            <p:spPr>
              <a:xfrm>
                <a:off x="6565456" y="2801264"/>
                <a:ext cx="1094061" cy="1379449"/>
              </a:xfrm>
              <a:custGeom>
                <a:avLst/>
                <a:gdLst/>
                <a:ahLst/>
                <a:cxnLst/>
                <a:rect l="l" t="t" r="r" b="b"/>
                <a:pathLst>
                  <a:path w="17186" h="21669" extrusionOk="0">
                    <a:moveTo>
                      <a:pt x="16693" y="1"/>
                    </a:moveTo>
                    <a:cubicBezTo>
                      <a:pt x="16684" y="1"/>
                      <a:pt x="16675" y="1"/>
                      <a:pt x="16666" y="1"/>
                    </a:cubicBezTo>
                    <a:lnTo>
                      <a:pt x="16673" y="1"/>
                    </a:lnTo>
                    <a:cubicBezTo>
                      <a:pt x="16262" y="1"/>
                      <a:pt x="16030" y="475"/>
                      <a:pt x="16286" y="800"/>
                    </a:cubicBezTo>
                    <a:lnTo>
                      <a:pt x="11997" y="5081"/>
                    </a:lnTo>
                    <a:cubicBezTo>
                      <a:pt x="11982" y="5096"/>
                      <a:pt x="11982" y="5112"/>
                      <a:pt x="11982" y="5127"/>
                    </a:cubicBezTo>
                    <a:lnTo>
                      <a:pt x="11982" y="9617"/>
                    </a:lnTo>
                    <a:lnTo>
                      <a:pt x="24" y="21568"/>
                    </a:lnTo>
                    <a:cubicBezTo>
                      <a:pt x="1" y="21591"/>
                      <a:pt x="1" y="21630"/>
                      <a:pt x="24" y="21653"/>
                    </a:cubicBezTo>
                    <a:cubicBezTo>
                      <a:pt x="32" y="21668"/>
                      <a:pt x="47" y="21668"/>
                      <a:pt x="63" y="21668"/>
                    </a:cubicBezTo>
                    <a:cubicBezTo>
                      <a:pt x="78" y="21668"/>
                      <a:pt x="94" y="21668"/>
                      <a:pt x="109" y="21653"/>
                    </a:cubicBezTo>
                    <a:lnTo>
                      <a:pt x="8919" y="12843"/>
                    </a:lnTo>
                    <a:lnTo>
                      <a:pt x="9469" y="12859"/>
                    </a:lnTo>
                    <a:lnTo>
                      <a:pt x="11555" y="10773"/>
                    </a:lnTo>
                    <a:lnTo>
                      <a:pt x="11532" y="10230"/>
                    </a:lnTo>
                    <a:lnTo>
                      <a:pt x="12083" y="9679"/>
                    </a:lnTo>
                    <a:cubicBezTo>
                      <a:pt x="12090" y="9664"/>
                      <a:pt x="12098" y="9648"/>
                      <a:pt x="12098" y="9633"/>
                    </a:cubicBezTo>
                    <a:lnTo>
                      <a:pt x="12098" y="5151"/>
                    </a:lnTo>
                    <a:lnTo>
                      <a:pt x="16363" y="886"/>
                    </a:lnTo>
                    <a:cubicBezTo>
                      <a:pt x="16449" y="948"/>
                      <a:pt x="16557" y="986"/>
                      <a:pt x="16666" y="986"/>
                    </a:cubicBezTo>
                    <a:cubicBezTo>
                      <a:pt x="16675" y="987"/>
                      <a:pt x="16684" y="987"/>
                      <a:pt x="16693" y="987"/>
                    </a:cubicBezTo>
                    <a:cubicBezTo>
                      <a:pt x="16960" y="987"/>
                      <a:pt x="17185" y="768"/>
                      <a:pt x="17185" y="498"/>
                    </a:cubicBezTo>
                    <a:cubicBezTo>
                      <a:pt x="17185" y="220"/>
                      <a:pt x="16960" y="1"/>
                      <a:pt x="16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1"/>
              <p:cNvSpPr/>
              <p:nvPr/>
            </p:nvSpPr>
            <p:spPr>
              <a:xfrm>
                <a:off x="7158866" y="2213000"/>
                <a:ext cx="735591" cy="710828"/>
              </a:xfrm>
              <a:custGeom>
                <a:avLst/>
                <a:gdLst/>
                <a:ahLst/>
                <a:cxnLst/>
                <a:rect l="l" t="t" r="r" b="b"/>
                <a:pathLst>
                  <a:path w="11555" h="11166" extrusionOk="0">
                    <a:moveTo>
                      <a:pt x="10855" y="1"/>
                    </a:moveTo>
                    <a:cubicBezTo>
                      <a:pt x="10489" y="1"/>
                      <a:pt x="10166" y="438"/>
                      <a:pt x="10459" y="813"/>
                    </a:cubicBezTo>
                    <a:lnTo>
                      <a:pt x="8296" y="2977"/>
                    </a:lnTo>
                    <a:lnTo>
                      <a:pt x="8296" y="2969"/>
                    </a:lnTo>
                    <a:lnTo>
                      <a:pt x="5628" y="5637"/>
                    </a:lnTo>
                    <a:lnTo>
                      <a:pt x="5636" y="5637"/>
                    </a:lnTo>
                    <a:lnTo>
                      <a:pt x="998" y="10274"/>
                    </a:lnTo>
                    <a:cubicBezTo>
                      <a:pt x="913" y="10204"/>
                      <a:pt x="804" y="10165"/>
                      <a:pt x="696" y="10165"/>
                    </a:cubicBezTo>
                    <a:cubicBezTo>
                      <a:pt x="693" y="10165"/>
                      <a:pt x="690" y="10165"/>
                      <a:pt x="687" y="10165"/>
                    </a:cubicBezTo>
                    <a:cubicBezTo>
                      <a:pt x="167" y="10165"/>
                      <a:pt x="0" y="10872"/>
                      <a:pt x="463" y="11112"/>
                    </a:cubicBezTo>
                    <a:cubicBezTo>
                      <a:pt x="539" y="11149"/>
                      <a:pt x="615" y="11166"/>
                      <a:pt x="688" y="11166"/>
                    </a:cubicBezTo>
                    <a:cubicBezTo>
                      <a:pt x="1066" y="11166"/>
                      <a:pt x="1350" y="10711"/>
                      <a:pt x="1084" y="10359"/>
                    </a:cubicBezTo>
                    <a:lnTo>
                      <a:pt x="5799" y="5644"/>
                    </a:lnTo>
                    <a:lnTo>
                      <a:pt x="6233" y="5660"/>
                    </a:lnTo>
                    <a:lnTo>
                      <a:pt x="8311" y="3574"/>
                    </a:lnTo>
                    <a:lnTo>
                      <a:pt x="8303" y="3147"/>
                    </a:lnTo>
                    <a:lnTo>
                      <a:pt x="10544" y="898"/>
                    </a:lnTo>
                    <a:cubicBezTo>
                      <a:pt x="10647" y="978"/>
                      <a:pt x="10753" y="1012"/>
                      <a:pt x="10855" y="1012"/>
                    </a:cubicBezTo>
                    <a:cubicBezTo>
                      <a:pt x="11246" y="1012"/>
                      <a:pt x="11555" y="505"/>
                      <a:pt x="11204" y="154"/>
                    </a:cubicBezTo>
                    <a:cubicBezTo>
                      <a:pt x="11096" y="46"/>
                      <a:pt x="10973" y="1"/>
                      <a:pt x="108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1"/>
              <p:cNvSpPr/>
              <p:nvPr/>
            </p:nvSpPr>
            <p:spPr>
              <a:xfrm>
                <a:off x="6931252" y="3685129"/>
                <a:ext cx="606425" cy="604324"/>
              </a:xfrm>
              <a:custGeom>
                <a:avLst/>
                <a:gdLst/>
                <a:ahLst/>
                <a:cxnLst/>
                <a:rect l="l" t="t" r="r" b="b"/>
                <a:pathLst>
                  <a:path w="9526" h="9493" extrusionOk="0">
                    <a:moveTo>
                      <a:pt x="9443" y="0"/>
                    </a:moveTo>
                    <a:cubicBezTo>
                      <a:pt x="9428" y="0"/>
                      <a:pt x="9413" y="7"/>
                      <a:pt x="9400" y="22"/>
                    </a:cubicBezTo>
                    <a:lnTo>
                      <a:pt x="32" y="9390"/>
                    </a:lnTo>
                    <a:cubicBezTo>
                      <a:pt x="1" y="9413"/>
                      <a:pt x="1" y="9452"/>
                      <a:pt x="32" y="9475"/>
                    </a:cubicBezTo>
                    <a:cubicBezTo>
                      <a:pt x="40" y="9487"/>
                      <a:pt x="55" y="9492"/>
                      <a:pt x="72" y="9492"/>
                    </a:cubicBezTo>
                    <a:cubicBezTo>
                      <a:pt x="88" y="9492"/>
                      <a:pt x="106" y="9487"/>
                      <a:pt x="117" y="9475"/>
                    </a:cubicBezTo>
                    <a:lnTo>
                      <a:pt x="9485" y="107"/>
                    </a:lnTo>
                    <a:cubicBezTo>
                      <a:pt x="9526" y="60"/>
                      <a:pt x="9487" y="0"/>
                      <a:pt x="9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1"/>
              <p:cNvSpPr/>
              <p:nvPr/>
            </p:nvSpPr>
            <p:spPr>
              <a:xfrm>
                <a:off x="7534434" y="2107784"/>
                <a:ext cx="42016" cy="42270"/>
              </a:xfrm>
              <a:custGeom>
                <a:avLst/>
                <a:gdLst/>
                <a:ahLst/>
                <a:cxnLst/>
                <a:rect l="l" t="t" r="r" b="b"/>
                <a:pathLst>
                  <a:path w="660" h="664" extrusionOk="0">
                    <a:moveTo>
                      <a:pt x="330" y="0"/>
                    </a:moveTo>
                    <a:cubicBezTo>
                      <a:pt x="309" y="0"/>
                      <a:pt x="287" y="2"/>
                      <a:pt x="264" y="6"/>
                    </a:cubicBezTo>
                    <a:cubicBezTo>
                      <a:pt x="241" y="6"/>
                      <a:pt x="225" y="14"/>
                      <a:pt x="202" y="21"/>
                    </a:cubicBezTo>
                    <a:cubicBezTo>
                      <a:pt x="179" y="29"/>
                      <a:pt x="163" y="45"/>
                      <a:pt x="148" y="52"/>
                    </a:cubicBezTo>
                    <a:cubicBezTo>
                      <a:pt x="124" y="68"/>
                      <a:pt x="109" y="76"/>
                      <a:pt x="93" y="91"/>
                    </a:cubicBezTo>
                    <a:cubicBezTo>
                      <a:pt x="78" y="107"/>
                      <a:pt x="62" y="130"/>
                      <a:pt x="55" y="145"/>
                    </a:cubicBezTo>
                    <a:cubicBezTo>
                      <a:pt x="39" y="161"/>
                      <a:pt x="31" y="184"/>
                      <a:pt x="24" y="200"/>
                    </a:cubicBezTo>
                    <a:cubicBezTo>
                      <a:pt x="16" y="223"/>
                      <a:pt x="8" y="246"/>
                      <a:pt x="0" y="262"/>
                    </a:cubicBezTo>
                    <a:cubicBezTo>
                      <a:pt x="0" y="285"/>
                      <a:pt x="0" y="308"/>
                      <a:pt x="0" y="332"/>
                    </a:cubicBezTo>
                    <a:cubicBezTo>
                      <a:pt x="0" y="355"/>
                      <a:pt x="0" y="370"/>
                      <a:pt x="0" y="394"/>
                    </a:cubicBezTo>
                    <a:cubicBezTo>
                      <a:pt x="8" y="417"/>
                      <a:pt x="16" y="440"/>
                      <a:pt x="24" y="456"/>
                    </a:cubicBezTo>
                    <a:cubicBezTo>
                      <a:pt x="31" y="479"/>
                      <a:pt x="39" y="494"/>
                      <a:pt x="55" y="510"/>
                    </a:cubicBezTo>
                    <a:cubicBezTo>
                      <a:pt x="62" y="533"/>
                      <a:pt x="78" y="549"/>
                      <a:pt x="93" y="564"/>
                    </a:cubicBezTo>
                    <a:cubicBezTo>
                      <a:pt x="109" y="580"/>
                      <a:pt x="124" y="595"/>
                      <a:pt x="148" y="611"/>
                    </a:cubicBezTo>
                    <a:cubicBezTo>
                      <a:pt x="163" y="619"/>
                      <a:pt x="179" y="626"/>
                      <a:pt x="202" y="634"/>
                    </a:cubicBezTo>
                    <a:cubicBezTo>
                      <a:pt x="225" y="642"/>
                      <a:pt x="241" y="650"/>
                      <a:pt x="264" y="657"/>
                    </a:cubicBezTo>
                    <a:cubicBezTo>
                      <a:pt x="287" y="661"/>
                      <a:pt x="309" y="663"/>
                      <a:pt x="330" y="663"/>
                    </a:cubicBezTo>
                    <a:cubicBezTo>
                      <a:pt x="351" y="663"/>
                      <a:pt x="373" y="661"/>
                      <a:pt x="396" y="657"/>
                    </a:cubicBezTo>
                    <a:cubicBezTo>
                      <a:pt x="419" y="650"/>
                      <a:pt x="435" y="642"/>
                      <a:pt x="458" y="634"/>
                    </a:cubicBezTo>
                    <a:cubicBezTo>
                      <a:pt x="473" y="626"/>
                      <a:pt x="497" y="619"/>
                      <a:pt x="512" y="611"/>
                    </a:cubicBezTo>
                    <a:cubicBezTo>
                      <a:pt x="535" y="595"/>
                      <a:pt x="551" y="580"/>
                      <a:pt x="566" y="564"/>
                    </a:cubicBezTo>
                    <a:cubicBezTo>
                      <a:pt x="628" y="502"/>
                      <a:pt x="659" y="417"/>
                      <a:pt x="659" y="332"/>
                    </a:cubicBezTo>
                    <a:cubicBezTo>
                      <a:pt x="659" y="308"/>
                      <a:pt x="659" y="285"/>
                      <a:pt x="652" y="262"/>
                    </a:cubicBezTo>
                    <a:cubicBezTo>
                      <a:pt x="652" y="239"/>
                      <a:pt x="644" y="223"/>
                      <a:pt x="636" y="200"/>
                    </a:cubicBezTo>
                    <a:cubicBezTo>
                      <a:pt x="628" y="184"/>
                      <a:pt x="621" y="161"/>
                      <a:pt x="605" y="145"/>
                    </a:cubicBezTo>
                    <a:cubicBezTo>
                      <a:pt x="597" y="130"/>
                      <a:pt x="582" y="107"/>
                      <a:pt x="566" y="91"/>
                    </a:cubicBezTo>
                    <a:cubicBezTo>
                      <a:pt x="551" y="76"/>
                      <a:pt x="535" y="68"/>
                      <a:pt x="512" y="52"/>
                    </a:cubicBezTo>
                    <a:cubicBezTo>
                      <a:pt x="497" y="45"/>
                      <a:pt x="473" y="29"/>
                      <a:pt x="458" y="21"/>
                    </a:cubicBezTo>
                    <a:cubicBezTo>
                      <a:pt x="435" y="14"/>
                      <a:pt x="419" y="6"/>
                      <a:pt x="396" y="6"/>
                    </a:cubicBezTo>
                    <a:cubicBezTo>
                      <a:pt x="373" y="2"/>
                      <a:pt x="351" y="0"/>
                      <a:pt x="3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1"/>
              <p:cNvSpPr/>
              <p:nvPr/>
            </p:nvSpPr>
            <p:spPr>
              <a:xfrm>
                <a:off x="7319196" y="2315573"/>
                <a:ext cx="56339" cy="42398"/>
              </a:xfrm>
              <a:custGeom>
                <a:avLst/>
                <a:gdLst/>
                <a:ahLst/>
                <a:cxnLst/>
                <a:rect l="l" t="t" r="r" b="b"/>
                <a:pathLst>
                  <a:path w="885" h="666" extrusionOk="0">
                    <a:moveTo>
                      <a:pt x="442" y="1"/>
                    </a:moveTo>
                    <a:cubicBezTo>
                      <a:pt x="357" y="1"/>
                      <a:pt x="272" y="34"/>
                      <a:pt x="210" y="100"/>
                    </a:cubicBezTo>
                    <a:cubicBezTo>
                      <a:pt x="0" y="309"/>
                      <a:pt x="148" y="666"/>
                      <a:pt x="442" y="666"/>
                    </a:cubicBezTo>
                    <a:cubicBezTo>
                      <a:pt x="737" y="666"/>
                      <a:pt x="884" y="309"/>
                      <a:pt x="675" y="100"/>
                    </a:cubicBezTo>
                    <a:cubicBezTo>
                      <a:pt x="613" y="34"/>
                      <a:pt x="528"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1"/>
              <p:cNvSpPr/>
              <p:nvPr/>
            </p:nvSpPr>
            <p:spPr>
              <a:xfrm>
                <a:off x="7111343" y="2523425"/>
                <a:ext cx="56339" cy="42398"/>
              </a:xfrm>
              <a:custGeom>
                <a:avLst/>
                <a:gdLst/>
                <a:ahLst/>
                <a:cxnLst/>
                <a:rect l="l" t="t" r="r" b="b"/>
                <a:pathLst>
                  <a:path w="885" h="666" extrusionOk="0">
                    <a:moveTo>
                      <a:pt x="439" y="1"/>
                    </a:moveTo>
                    <a:cubicBezTo>
                      <a:pt x="353" y="1"/>
                      <a:pt x="268" y="34"/>
                      <a:pt x="202" y="99"/>
                    </a:cubicBezTo>
                    <a:cubicBezTo>
                      <a:pt x="1" y="309"/>
                      <a:pt x="148" y="666"/>
                      <a:pt x="443" y="666"/>
                    </a:cubicBezTo>
                    <a:cubicBezTo>
                      <a:pt x="737" y="666"/>
                      <a:pt x="885" y="309"/>
                      <a:pt x="675" y="99"/>
                    </a:cubicBezTo>
                    <a:cubicBezTo>
                      <a:pt x="609" y="34"/>
                      <a:pt x="524" y="1"/>
                      <a:pt x="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1"/>
              <p:cNvSpPr/>
              <p:nvPr/>
            </p:nvSpPr>
            <p:spPr>
              <a:xfrm>
                <a:off x="7422836" y="2211806"/>
                <a:ext cx="57612" cy="42016"/>
              </a:xfrm>
              <a:custGeom>
                <a:avLst/>
                <a:gdLst/>
                <a:ahLst/>
                <a:cxnLst/>
                <a:rect l="l" t="t" r="r" b="b"/>
                <a:pathLst>
                  <a:path w="905" h="660" extrusionOk="0">
                    <a:moveTo>
                      <a:pt x="436" y="1"/>
                    </a:moveTo>
                    <a:cubicBezTo>
                      <a:pt x="361" y="1"/>
                      <a:pt x="282" y="28"/>
                      <a:pt x="210" y="93"/>
                    </a:cubicBezTo>
                    <a:cubicBezTo>
                      <a:pt x="1" y="303"/>
                      <a:pt x="156" y="660"/>
                      <a:pt x="451" y="660"/>
                    </a:cubicBezTo>
                    <a:cubicBezTo>
                      <a:pt x="536" y="660"/>
                      <a:pt x="621" y="629"/>
                      <a:pt x="683" y="566"/>
                    </a:cubicBezTo>
                    <a:cubicBezTo>
                      <a:pt x="905" y="321"/>
                      <a:pt x="691" y="1"/>
                      <a:pt x="4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1"/>
              <p:cNvSpPr/>
              <p:nvPr/>
            </p:nvSpPr>
            <p:spPr>
              <a:xfrm>
                <a:off x="7215047" y="2419276"/>
                <a:ext cx="56785" cy="42398"/>
              </a:xfrm>
              <a:custGeom>
                <a:avLst/>
                <a:gdLst/>
                <a:ahLst/>
                <a:cxnLst/>
                <a:rect l="l" t="t" r="r" b="b"/>
                <a:pathLst>
                  <a:path w="892" h="666" extrusionOk="0">
                    <a:moveTo>
                      <a:pt x="446" y="0"/>
                    </a:moveTo>
                    <a:cubicBezTo>
                      <a:pt x="361" y="0"/>
                      <a:pt x="275" y="33"/>
                      <a:pt x="209" y="99"/>
                    </a:cubicBezTo>
                    <a:cubicBezTo>
                      <a:pt x="0" y="309"/>
                      <a:pt x="147" y="665"/>
                      <a:pt x="442" y="665"/>
                    </a:cubicBezTo>
                    <a:cubicBezTo>
                      <a:pt x="744" y="665"/>
                      <a:pt x="892" y="309"/>
                      <a:pt x="682" y="99"/>
                    </a:cubicBezTo>
                    <a:cubicBezTo>
                      <a:pt x="617" y="33"/>
                      <a:pt x="531" y="0"/>
                      <a:pt x="4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1"/>
              <p:cNvSpPr/>
              <p:nvPr/>
            </p:nvSpPr>
            <p:spPr>
              <a:xfrm>
                <a:off x="6902981" y="2731722"/>
                <a:ext cx="57676" cy="42461"/>
              </a:xfrm>
              <a:custGeom>
                <a:avLst/>
                <a:gdLst/>
                <a:ahLst/>
                <a:cxnLst/>
                <a:rect l="l" t="t" r="r" b="b"/>
                <a:pathLst>
                  <a:path w="906" h="667" extrusionOk="0">
                    <a:moveTo>
                      <a:pt x="434" y="0"/>
                    </a:moveTo>
                    <a:cubicBezTo>
                      <a:pt x="360" y="0"/>
                      <a:pt x="282" y="28"/>
                      <a:pt x="210" y="92"/>
                    </a:cubicBezTo>
                    <a:cubicBezTo>
                      <a:pt x="1" y="302"/>
                      <a:pt x="148" y="666"/>
                      <a:pt x="443" y="666"/>
                    </a:cubicBezTo>
                    <a:cubicBezTo>
                      <a:pt x="536" y="666"/>
                      <a:pt x="621" y="627"/>
                      <a:pt x="683" y="565"/>
                    </a:cubicBezTo>
                    <a:cubicBezTo>
                      <a:pt x="906" y="325"/>
                      <a:pt x="690" y="0"/>
                      <a:pt x="4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1"/>
              <p:cNvSpPr/>
              <p:nvPr/>
            </p:nvSpPr>
            <p:spPr>
              <a:xfrm>
                <a:off x="7007194" y="2627573"/>
                <a:ext cx="57803" cy="42398"/>
              </a:xfrm>
              <a:custGeom>
                <a:avLst/>
                <a:gdLst/>
                <a:ahLst/>
                <a:cxnLst/>
                <a:rect l="l" t="t" r="r" b="b"/>
                <a:pathLst>
                  <a:path w="908" h="666" extrusionOk="0">
                    <a:moveTo>
                      <a:pt x="436" y="1"/>
                    </a:moveTo>
                    <a:cubicBezTo>
                      <a:pt x="360" y="1"/>
                      <a:pt x="281" y="30"/>
                      <a:pt x="210" y="100"/>
                    </a:cubicBezTo>
                    <a:cubicBezTo>
                      <a:pt x="0" y="309"/>
                      <a:pt x="148" y="666"/>
                      <a:pt x="442" y="666"/>
                    </a:cubicBezTo>
                    <a:cubicBezTo>
                      <a:pt x="528" y="666"/>
                      <a:pt x="613" y="635"/>
                      <a:pt x="675" y="573"/>
                    </a:cubicBezTo>
                    <a:cubicBezTo>
                      <a:pt x="908" y="328"/>
                      <a:pt x="690" y="1"/>
                      <a:pt x="4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1"/>
              <p:cNvSpPr/>
              <p:nvPr/>
            </p:nvSpPr>
            <p:spPr>
              <a:xfrm>
                <a:off x="6806280" y="2835807"/>
                <a:ext cx="42016" cy="42016"/>
              </a:xfrm>
              <a:custGeom>
                <a:avLst/>
                <a:gdLst/>
                <a:ahLst/>
                <a:cxnLst/>
                <a:rect l="l" t="t" r="r" b="b"/>
                <a:pathLst>
                  <a:path w="660" h="660" extrusionOk="0">
                    <a:moveTo>
                      <a:pt x="330" y="0"/>
                    </a:moveTo>
                    <a:cubicBezTo>
                      <a:pt x="244" y="0"/>
                      <a:pt x="159" y="31"/>
                      <a:pt x="93" y="94"/>
                    </a:cubicBezTo>
                    <a:cubicBezTo>
                      <a:pt x="78" y="109"/>
                      <a:pt x="70" y="125"/>
                      <a:pt x="54" y="148"/>
                    </a:cubicBezTo>
                    <a:cubicBezTo>
                      <a:pt x="39" y="163"/>
                      <a:pt x="31" y="179"/>
                      <a:pt x="23" y="202"/>
                    </a:cubicBezTo>
                    <a:cubicBezTo>
                      <a:pt x="16" y="225"/>
                      <a:pt x="8" y="241"/>
                      <a:pt x="8" y="264"/>
                    </a:cubicBezTo>
                    <a:cubicBezTo>
                      <a:pt x="0" y="287"/>
                      <a:pt x="0" y="311"/>
                      <a:pt x="0" y="326"/>
                    </a:cubicBezTo>
                    <a:cubicBezTo>
                      <a:pt x="0" y="419"/>
                      <a:pt x="31" y="505"/>
                      <a:pt x="93" y="567"/>
                    </a:cubicBezTo>
                    <a:cubicBezTo>
                      <a:pt x="109" y="582"/>
                      <a:pt x="124" y="598"/>
                      <a:pt x="147" y="605"/>
                    </a:cubicBezTo>
                    <a:cubicBezTo>
                      <a:pt x="163" y="621"/>
                      <a:pt x="186" y="629"/>
                      <a:pt x="202" y="636"/>
                    </a:cubicBezTo>
                    <a:cubicBezTo>
                      <a:pt x="225" y="644"/>
                      <a:pt x="240" y="652"/>
                      <a:pt x="264" y="652"/>
                    </a:cubicBezTo>
                    <a:cubicBezTo>
                      <a:pt x="287" y="660"/>
                      <a:pt x="310" y="660"/>
                      <a:pt x="326" y="660"/>
                    </a:cubicBezTo>
                    <a:cubicBezTo>
                      <a:pt x="349" y="660"/>
                      <a:pt x="372" y="660"/>
                      <a:pt x="396" y="652"/>
                    </a:cubicBezTo>
                    <a:cubicBezTo>
                      <a:pt x="419" y="652"/>
                      <a:pt x="434" y="644"/>
                      <a:pt x="458" y="636"/>
                    </a:cubicBezTo>
                    <a:cubicBezTo>
                      <a:pt x="481" y="629"/>
                      <a:pt x="496" y="621"/>
                      <a:pt x="512" y="605"/>
                    </a:cubicBezTo>
                    <a:cubicBezTo>
                      <a:pt x="535" y="598"/>
                      <a:pt x="551" y="582"/>
                      <a:pt x="566" y="567"/>
                    </a:cubicBezTo>
                    <a:cubicBezTo>
                      <a:pt x="628" y="505"/>
                      <a:pt x="659" y="419"/>
                      <a:pt x="659" y="326"/>
                    </a:cubicBezTo>
                    <a:cubicBezTo>
                      <a:pt x="659" y="311"/>
                      <a:pt x="659" y="287"/>
                      <a:pt x="651" y="264"/>
                    </a:cubicBezTo>
                    <a:cubicBezTo>
                      <a:pt x="651" y="241"/>
                      <a:pt x="644" y="225"/>
                      <a:pt x="636" y="202"/>
                    </a:cubicBezTo>
                    <a:cubicBezTo>
                      <a:pt x="628" y="179"/>
                      <a:pt x="620" y="163"/>
                      <a:pt x="605" y="148"/>
                    </a:cubicBezTo>
                    <a:cubicBezTo>
                      <a:pt x="597" y="125"/>
                      <a:pt x="582" y="109"/>
                      <a:pt x="566" y="94"/>
                    </a:cubicBezTo>
                    <a:cubicBezTo>
                      <a:pt x="500" y="31"/>
                      <a:pt x="415" y="0"/>
                      <a:pt x="3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3" name="Google Shape;633;p21"/>
            <p:cNvSpPr/>
            <p:nvPr/>
          </p:nvSpPr>
          <p:spPr>
            <a:xfrm>
              <a:off x="1033231" y="-398844"/>
              <a:ext cx="679889" cy="843877"/>
            </a:xfrm>
            <a:custGeom>
              <a:avLst/>
              <a:gdLst/>
              <a:ahLst/>
              <a:cxnLst/>
              <a:rect l="l" t="t" r="r" b="b"/>
              <a:pathLst>
                <a:path w="10680" h="13256" extrusionOk="0">
                  <a:moveTo>
                    <a:pt x="10613" y="0"/>
                  </a:moveTo>
                  <a:cubicBezTo>
                    <a:pt x="10598" y="0"/>
                    <a:pt x="10582" y="6"/>
                    <a:pt x="10571" y="18"/>
                  </a:cubicBezTo>
                  <a:lnTo>
                    <a:pt x="3196" y="7400"/>
                  </a:lnTo>
                  <a:cubicBezTo>
                    <a:pt x="3180" y="7408"/>
                    <a:pt x="3173" y="7423"/>
                    <a:pt x="3173" y="7447"/>
                  </a:cubicBezTo>
                  <a:lnTo>
                    <a:pt x="3173" y="10161"/>
                  </a:lnTo>
                  <a:lnTo>
                    <a:pt x="963" y="12371"/>
                  </a:lnTo>
                  <a:cubicBezTo>
                    <a:pt x="877" y="12301"/>
                    <a:pt x="769" y="12262"/>
                    <a:pt x="660" y="12262"/>
                  </a:cubicBezTo>
                  <a:cubicBezTo>
                    <a:pt x="1" y="12262"/>
                    <a:pt x="1" y="13255"/>
                    <a:pt x="660" y="13255"/>
                  </a:cubicBezTo>
                  <a:lnTo>
                    <a:pt x="660" y="13247"/>
                  </a:lnTo>
                  <a:cubicBezTo>
                    <a:pt x="663" y="13247"/>
                    <a:pt x="667" y="13247"/>
                    <a:pt x="670" y="13247"/>
                  </a:cubicBezTo>
                  <a:cubicBezTo>
                    <a:pt x="1075" y="13247"/>
                    <a:pt x="1302" y="12772"/>
                    <a:pt x="1048" y="12456"/>
                  </a:cubicBezTo>
                  <a:lnTo>
                    <a:pt x="3281" y="10223"/>
                  </a:lnTo>
                  <a:cubicBezTo>
                    <a:pt x="3289" y="10215"/>
                    <a:pt x="3297" y="10200"/>
                    <a:pt x="3297" y="10184"/>
                  </a:cubicBezTo>
                  <a:lnTo>
                    <a:pt x="3297" y="7470"/>
                  </a:lnTo>
                  <a:lnTo>
                    <a:pt x="10656" y="103"/>
                  </a:lnTo>
                  <a:cubicBezTo>
                    <a:pt x="10679" y="80"/>
                    <a:pt x="10679" y="41"/>
                    <a:pt x="10656" y="18"/>
                  </a:cubicBezTo>
                  <a:cubicBezTo>
                    <a:pt x="10644" y="6"/>
                    <a:pt x="10629" y="0"/>
                    <a:pt x="10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683"/>
        <p:cNvGrpSpPr/>
        <p:nvPr/>
      </p:nvGrpSpPr>
      <p:grpSpPr>
        <a:xfrm>
          <a:off x="0" y="0"/>
          <a:ext cx="0" cy="0"/>
          <a:chOff x="0" y="0"/>
          <a:chExt cx="0" cy="0"/>
        </a:xfrm>
      </p:grpSpPr>
      <p:sp>
        <p:nvSpPr>
          <p:cNvPr id="684" name="Google Shape;684;p24"/>
          <p:cNvSpPr/>
          <p:nvPr/>
        </p:nvSpPr>
        <p:spPr>
          <a:xfrm>
            <a:off x="0" y="2558650"/>
            <a:ext cx="2663400" cy="2589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4"/>
          <p:cNvSpPr/>
          <p:nvPr/>
        </p:nvSpPr>
        <p:spPr>
          <a:xfrm>
            <a:off x="8651700" y="4750"/>
            <a:ext cx="492300" cy="2553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686"/>
        <p:cNvGrpSpPr/>
        <p:nvPr/>
      </p:nvGrpSpPr>
      <p:grpSpPr>
        <a:xfrm>
          <a:off x="0" y="0"/>
          <a:ext cx="0" cy="0"/>
          <a:chOff x="0" y="0"/>
          <a:chExt cx="0" cy="0"/>
        </a:xfrm>
      </p:grpSpPr>
      <p:sp>
        <p:nvSpPr>
          <p:cNvPr id="687" name="Google Shape;687;p25"/>
          <p:cNvSpPr/>
          <p:nvPr/>
        </p:nvSpPr>
        <p:spPr>
          <a:xfrm>
            <a:off x="6480625" y="4750"/>
            <a:ext cx="2663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a:off x="0" y="4750"/>
            <a:ext cx="195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68275"/>
            <a:ext cx="7717500" cy="649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1pPr>
            <a:lvl2pPr lvl="1">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2pPr>
            <a:lvl3pPr lvl="2">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3pPr>
            <a:lvl4pPr lvl="3">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4pPr>
            <a:lvl5pPr lvl="4">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5pPr>
            <a:lvl6pPr lvl="5">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6pPr>
            <a:lvl7pPr lvl="6">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7pPr>
            <a:lvl8pPr lvl="7">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8pPr>
            <a:lvl9pPr lvl="8">
              <a:spcBef>
                <a:spcPts val="0"/>
              </a:spcBef>
              <a:spcAft>
                <a:spcPts val="0"/>
              </a:spcAft>
              <a:buClr>
                <a:schemeClr val="dk1"/>
              </a:buClr>
              <a:buSzPts val="3500"/>
              <a:buFont typeface="Titillium Web"/>
              <a:buNone/>
              <a:defRPr sz="3500" b="1">
                <a:solidFill>
                  <a:schemeClr val="dk1"/>
                </a:solidFill>
                <a:latin typeface="Titillium Web"/>
                <a:ea typeface="Titillium Web"/>
                <a:cs typeface="Titillium Web"/>
                <a:sym typeface="Titillium Web"/>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1pPr>
            <a:lvl2pPr marL="914400" lvl="1"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marL="1371600" lvl="2"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marL="1828800" lvl="3"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marL="2286000" lvl="4"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marL="2743200" lvl="5"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marL="3200400" lvl="6"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marL="3657600" lvl="7"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marL="4114800" lvl="8" indent="-304800">
              <a:lnSpc>
                <a:spcPct val="115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6" r:id="rId6"/>
    <p:sldLayoutId id="2147483658" r:id="rId7"/>
    <p:sldLayoutId id="2147483660" r:id="rId8"/>
    <p:sldLayoutId id="2147483662" r:id="rId9"/>
    <p:sldLayoutId id="2147483666" r:id="rId10"/>
    <p:sldLayoutId id="2147483667"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3.png"/><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0.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0.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0.xml"/><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a:spLocks noGrp="1"/>
          </p:cNvSpPr>
          <p:nvPr>
            <p:ph type="title"/>
          </p:nvPr>
        </p:nvSpPr>
        <p:spPr>
          <a:xfrm>
            <a:off x="686475" y="986856"/>
            <a:ext cx="7704000" cy="876431"/>
          </a:xfrm>
        </p:spPr>
        <p:txBody>
          <a:bodyPr/>
          <a:lstStyle/>
          <a:p>
            <a:pPr>
              <a:lnSpc>
                <a:spcPct val="150000"/>
              </a:lnSpc>
            </a:pPr>
            <a:r>
              <a:rPr lang="fr-FR" sz="1000" b="1" dirty="0">
                <a:solidFill>
                  <a:schemeClr val="accent6"/>
                </a:solidFill>
                <a:latin typeface="Times New Roman" panose="02020603050405020304" pitchFamily="18" charset="0"/>
                <a:cs typeface="Times New Roman" panose="02020603050405020304" pitchFamily="18" charset="0"/>
              </a:rPr>
              <a:t>MINISTERE DE L’ENSEIGNEMENT SUPERIEUR, DE LA RECHERCHE ET DE L’INNOVATION</a:t>
            </a:r>
            <a:r>
              <a:rPr lang="fr-FR" sz="1000" dirty="0">
                <a:solidFill>
                  <a:schemeClr val="accent6"/>
                </a:solidFill>
                <a:latin typeface="Times New Roman" panose="02020603050405020304" pitchFamily="18" charset="0"/>
                <a:cs typeface="Times New Roman" panose="02020603050405020304" pitchFamily="18" charset="0"/>
              </a:rPr>
              <a:t/>
            </a:r>
            <a:br>
              <a:rPr lang="fr-FR" sz="1000" dirty="0">
                <a:solidFill>
                  <a:schemeClr val="accent6"/>
                </a:solidFill>
                <a:latin typeface="Times New Roman" panose="02020603050405020304" pitchFamily="18" charset="0"/>
                <a:cs typeface="Times New Roman" panose="02020603050405020304" pitchFamily="18" charset="0"/>
              </a:rPr>
            </a:br>
            <a:r>
              <a:rPr lang="fr-FR" sz="1000" b="1" dirty="0">
                <a:solidFill>
                  <a:schemeClr val="accent6"/>
                </a:solidFill>
                <a:latin typeface="Times New Roman" panose="02020603050405020304" pitchFamily="18" charset="0"/>
                <a:cs typeface="Times New Roman" panose="02020603050405020304" pitchFamily="18" charset="0"/>
              </a:rPr>
              <a:t>DIRECTION GENERALE DE L’ENSEIGNEMENT SUPERIEUR PRIVE</a:t>
            </a:r>
            <a:r>
              <a:rPr lang="fr-FR" sz="1000" dirty="0">
                <a:solidFill>
                  <a:schemeClr val="accent6"/>
                </a:solidFill>
                <a:latin typeface="Times New Roman" panose="02020603050405020304" pitchFamily="18" charset="0"/>
                <a:cs typeface="Times New Roman" panose="02020603050405020304" pitchFamily="18" charset="0"/>
              </a:rPr>
              <a:t/>
            </a:r>
            <a:br>
              <a:rPr lang="fr-FR" sz="1000" dirty="0">
                <a:solidFill>
                  <a:schemeClr val="accent6"/>
                </a:solidFill>
                <a:latin typeface="Times New Roman" panose="02020603050405020304" pitchFamily="18" charset="0"/>
                <a:cs typeface="Times New Roman" panose="02020603050405020304" pitchFamily="18" charset="0"/>
              </a:rPr>
            </a:br>
            <a:r>
              <a:rPr lang="fr-FR" sz="1000" b="1" dirty="0">
                <a:solidFill>
                  <a:schemeClr val="accent6"/>
                </a:solidFill>
                <a:latin typeface="Times New Roman" panose="02020603050405020304" pitchFamily="18" charset="0"/>
                <a:cs typeface="Times New Roman" panose="02020603050405020304" pitchFamily="18" charset="0"/>
              </a:rPr>
              <a:t>INSTITUT SUPERIEUR D’INFORMATIQUE</a:t>
            </a:r>
            <a:endParaRPr lang="fr-FR" sz="1000" dirty="0">
              <a:solidFill>
                <a:schemeClr val="accent6"/>
              </a:solidFill>
            </a:endParaRPr>
          </a:p>
        </p:txBody>
      </p:sp>
      <p:pic>
        <p:nvPicPr>
          <p:cNvPr id="7" name="Imag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7715" y="328925"/>
            <a:ext cx="679767" cy="453178"/>
          </a:xfrm>
          <a:prstGeom prst="rect">
            <a:avLst/>
          </a:prstGeom>
        </p:spPr>
      </p:pic>
      <p:sp>
        <p:nvSpPr>
          <p:cNvPr id="8" name="Rectangle 7"/>
          <p:cNvSpPr/>
          <p:nvPr/>
        </p:nvSpPr>
        <p:spPr>
          <a:xfrm>
            <a:off x="3500464" y="89907"/>
            <a:ext cx="1891864" cy="256993"/>
          </a:xfrm>
          <a:prstGeom prst="rect">
            <a:avLst/>
          </a:prstGeom>
        </p:spPr>
        <p:txBody>
          <a:bodyPr wrap="none">
            <a:spAutoFit/>
          </a:bodyPr>
          <a:lstStyle/>
          <a:p>
            <a:pPr algn="ctr">
              <a:lnSpc>
                <a:spcPct val="107000"/>
              </a:lnSpc>
              <a:spcAft>
                <a:spcPts val="800"/>
              </a:spcAft>
            </a:pPr>
            <a:r>
              <a:rPr lang="fr-FR" sz="10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REPUBLIQUE DU SENEGAL</a:t>
            </a:r>
            <a:endParaRPr lang="fr-FR" sz="10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3444760" y="750534"/>
            <a:ext cx="2005677" cy="298480"/>
          </a:xfrm>
          <a:prstGeom prst="rect">
            <a:avLst/>
          </a:prstGeom>
        </p:spPr>
        <p:txBody>
          <a:bodyPr wrap="none">
            <a:spAutoFit/>
          </a:bodyPr>
          <a:lstStyle/>
          <a:p>
            <a:pPr algn="ctr">
              <a:lnSpc>
                <a:spcPct val="150000"/>
              </a:lnSpc>
              <a:spcAft>
                <a:spcPts val="800"/>
              </a:spcAft>
            </a:pPr>
            <a:r>
              <a:rPr lang="fr-FR" sz="1000" b="1" dirty="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UN PEUPLE-UN BUT-UNE FOI</a:t>
            </a:r>
            <a:endParaRPr lang="fr-FR" sz="10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Zone de texte 8"/>
          <p:cNvSpPr txBox="1">
            <a:spLocks/>
          </p:cNvSpPr>
          <p:nvPr/>
        </p:nvSpPr>
        <p:spPr>
          <a:xfrm>
            <a:off x="3593093" y="1694048"/>
            <a:ext cx="1709011" cy="969746"/>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tabLst>
                <a:tab pos="607060" algn="l"/>
              </a:tabLst>
            </a:pPr>
            <a:r>
              <a:rPr lang="fr-FR" sz="4800" b="1" dirty="0">
                <a:solidFill>
                  <a:schemeClr val="bg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ISI</a:t>
            </a:r>
            <a:endParaRPr lang="fr-FR" sz="800" dirty="0">
              <a:solidFill>
                <a:schemeClr val="bg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Parchemin horizontal 10"/>
          <p:cNvSpPr/>
          <p:nvPr/>
        </p:nvSpPr>
        <p:spPr>
          <a:xfrm>
            <a:off x="1835025" y="2690163"/>
            <a:ext cx="5473950" cy="900025"/>
          </a:xfrm>
          <a:prstGeom prst="horizontalScroll">
            <a:avLst/>
          </a:prstGeom>
          <a:gradFill>
            <a:gsLst>
              <a:gs pos="0">
                <a:schemeClr val="accent1">
                  <a:tint val="100000"/>
                  <a:shade val="100000"/>
                  <a:satMod val="130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800" b="1" u="sng" dirty="0" smtClean="0">
                <a:solidFill>
                  <a:schemeClr val="bg2">
                    <a:lumMod val="50000"/>
                  </a:schemeClr>
                </a:solidFill>
                <a:latin typeface="Times New Roman" panose="02020603050405020304" pitchFamily="18" charset="0"/>
                <a:cs typeface="Times New Roman" panose="02020603050405020304" pitchFamily="18" charset="0"/>
              </a:rPr>
              <a:t>Thème:</a:t>
            </a:r>
            <a:r>
              <a:rPr lang="fr-FR" sz="1800" dirty="0" smtClean="0">
                <a:solidFill>
                  <a:schemeClr val="bg2">
                    <a:lumMod val="50000"/>
                  </a:schemeClr>
                </a:solidFill>
                <a:latin typeface="Times New Roman" panose="02020603050405020304" pitchFamily="18" charset="0"/>
                <a:cs typeface="Times New Roman" panose="02020603050405020304" pitchFamily="18" charset="0"/>
              </a:rPr>
              <a:t> </a:t>
            </a:r>
            <a:r>
              <a:rPr lang="fr-FR" sz="1800" b="1" dirty="0" smtClean="0">
                <a:solidFill>
                  <a:schemeClr val="bg2">
                    <a:lumMod val="50000"/>
                  </a:schemeClr>
                </a:solidFill>
                <a:latin typeface="Times New Roman" panose="02020603050405020304" pitchFamily="18" charset="0"/>
                <a:cs typeface="Times New Roman" panose="02020603050405020304" pitchFamily="18" charset="0"/>
              </a:rPr>
              <a:t>Gestion des Services Active Directory : Déploiement et Administration</a:t>
            </a:r>
            <a:endParaRPr lang="fr-FR"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3423288" y="2381203"/>
            <a:ext cx="2297424" cy="338554"/>
          </a:xfrm>
          <a:prstGeom prst="rect">
            <a:avLst/>
          </a:prstGeom>
        </p:spPr>
        <p:txBody>
          <a:bodyPr wrap="none">
            <a:spAutoFit/>
          </a:bodyPr>
          <a:lstStyle/>
          <a:p>
            <a:pPr algn="ctr"/>
            <a:r>
              <a:rPr lang="fr-FR" sz="1600" dirty="0" smtClean="0">
                <a:solidFill>
                  <a:schemeClr val="accent6"/>
                </a:solidFill>
                <a:latin typeface="Times New Roman" panose="02020603050405020304" pitchFamily="18" charset="0"/>
                <a:cs typeface="Times New Roman" panose="02020603050405020304" pitchFamily="18" charset="0"/>
              </a:rPr>
              <a:t>Exposé du GROUPE N°2</a:t>
            </a:r>
            <a:endParaRPr lang="fr-FR" sz="1600" dirty="0"/>
          </a:p>
        </p:txBody>
      </p:sp>
      <p:sp>
        <p:nvSpPr>
          <p:cNvPr id="15" name="Rectangle 14"/>
          <p:cNvSpPr/>
          <p:nvPr/>
        </p:nvSpPr>
        <p:spPr>
          <a:xfrm>
            <a:off x="76197" y="3617325"/>
            <a:ext cx="3567002" cy="1169551"/>
          </a:xfrm>
          <a:prstGeom prst="rect">
            <a:avLst/>
          </a:prstGeom>
        </p:spPr>
        <p:txBody>
          <a:bodyPr wrap="none">
            <a:spAutoFit/>
          </a:bodyPr>
          <a:lstStyle/>
          <a:p>
            <a:pPr>
              <a:lnSpc>
                <a:spcPct val="150000"/>
              </a:lnSpc>
            </a:pPr>
            <a:r>
              <a:rPr lang="fr-FR" b="1" u="sng" dirty="0" smtClean="0">
                <a:solidFill>
                  <a:schemeClr val="accent6"/>
                </a:solidFill>
                <a:latin typeface="Times New Roman" panose="02020603050405020304" pitchFamily="18" charset="0"/>
                <a:cs typeface="Times New Roman" panose="02020603050405020304" pitchFamily="18" charset="0"/>
              </a:rPr>
              <a:t>Présenté par:</a:t>
            </a:r>
          </a:p>
          <a:p>
            <a:pPr marL="285750" indent="-285750">
              <a:lnSpc>
                <a:spcPct val="150000"/>
              </a:lnSpc>
              <a:buClr>
                <a:schemeClr val="accent6"/>
              </a:buClr>
              <a:buFont typeface="Wingdings" panose="05000000000000000000" pitchFamily="2" charset="2"/>
              <a:buChar char="v"/>
            </a:pPr>
            <a:r>
              <a:rPr lang="fr-FR" dirty="0" smtClean="0">
                <a:solidFill>
                  <a:schemeClr val="accent6"/>
                </a:solidFill>
                <a:latin typeface="Times New Roman" panose="02020603050405020304" pitchFamily="18" charset="0"/>
                <a:cs typeface="Times New Roman" panose="02020603050405020304" pitchFamily="18" charset="0"/>
              </a:rPr>
              <a:t>Mlle. Mame </a:t>
            </a:r>
            <a:r>
              <a:rPr lang="fr-FR" dirty="0" smtClean="0">
                <a:solidFill>
                  <a:schemeClr val="accent6"/>
                </a:solidFill>
                <a:latin typeface="Times New Roman" panose="02020603050405020304" pitchFamily="18" charset="0"/>
                <a:cs typeface="Times New Roman" panose="02020603050405020304" pitchFamily="18" charset="0"/>
              </a:rPr>
              <a:t>Maissa	BARRO</a:t>
            </a:r>
          </a:p>
          <a:p>
            <a:pPr marL="285750" indent="-285750">
              <a:buClr>
                <a:schemeClr val="accent6"/>
              </a:buClr>
              <a:buFont typeface="Wingdings" panose="05000000000000000000" pitchFamily="2" charset="2"/>
              <a:buChar char="v"/>
            </a:pPr>
            <a:r>
              <a:rPr lang="fr-FR" dirty="0" smtClean="0">
                <a:solidFill>
                  <a:schemeClr val="accent6"/>
                </a:solidFill>
                <a:latin typeface="Times New Roman" panose="02020603050405020304" pitchFamily="18" charset="0"/>
                <a:cs typeface="Times New Roman" panose="02020603050405020304" pitchFamily="18" charset="0"/>
              </a:rPr>
              <a:t>Mlle. Mariama </a:t>
            </a:r>
            <a:r>
              <a:rPr lang="fr-FR" dirty="0" smtClean="0">
                <a:solidFill>
                  <a:schemeClr val="accent6"/>
                </a:solidFill>
                <a:latin typeface="Times New Roman" panose="02020603050405020304" pitchFamily="18" charset="0"/>
                <a:cs typeface="Times New Roman" panose="02020603050405020304" pitchFamily="18" charset="0"/>
              </a:rPr>
              <a:t>	DIACK</a:t>
            </a:r>
          </a:p>
          <a:p>
            <a:pPr marL="285750" indent="-285750">
              <a:buClr>
                <a:schemeClr val="accent6"/>
              </a:buClr>
              <a:buFont typeface="Wingdings" panose="05000000000000000000" pitchFamily="2" charset="2"/>
              <a:buChar char="v"/>
            </a:pPr>
            <a:r>
              <a:rPr lang="fr-FR" dirty="0" smtClean="0">
                <a:solidFill>
                  <a:schemeClr val="accent6"/>
                </a:solidFill>
                <a:latin typeface="Times New Roman" panose="02020603050405020304" pitchFamily="18" charset="0"/>
                <a:cs typeface="Times New Roman" panose="02020603050405020304" pitchFamily="18" charset="0"/>
              </a:rPr>
              <a:t>M. Sandy </a:t>
            </a:r>
            <a:r>
              <a:rPr lang="fr-FR" dirty="0" err="1" smtClean="0">
                <a:solidFill>
                  <a:schemeClr val="accent6"/>
                </a:solidFill>
                <a:latin typeface="Times New Roman" panose="02020603050405020304" pitchFamily="18" charset="0"/>
                <a:cs typeface="Times New Roman" panose="02020603050405020304" pitchFamily="18" charset="0"/>
              </a:rPr>
              <a:t>Mahefa</a:t>
            </a:r>
            <a:r>
              <a:rPr lang="fr-FR" dirty="0" smtClean="0">
                <a:solidFill>
                  <a:schemeClr val="accent6"/>
                </a:solidFill>
                <a:latin typeface="Times New Roman" panose="02020603050405020304" pitchFamily="18" charset="0"/>
                <a:cs typeface="Times New Roman" panose="02020603050405020304" pitchFamily="18" charset="0"/>
              </a:rPr>
              <a:t> 	ANDRIARIFENINA</a:t>
            </a:r>
            <a:endParaRPr lang="fr-FR" dirty="0"/>
          </a:p>
        </p:txBody>
      </p:sp>
      <p:sp>
        <p:nvSpPr>
          <p:cNvPr id="16" name="Rectangle 15"/>
          <p:cNvSpPr/>
          <p:nvPr/>
        </p:nvSpPr>
        <p:spPr>
          <a:xfrm>
            <a:off x="5392328" y="3616557"/>
            <a:ext cx="3526928" cy="307392"/>
          </a:xfrm>
          <a:prstGeom prst="rect">
            <a:avLst/>
          </a:prstGeom>
        </p:spPr>
        <p:txBody>
          <a:bodyPr wrap="none">
            <a:spAutoFit/>
          </a:bodyPr>
          <a:lstStyle/>
          <a:p>
            <a:pPr>
              <a:lnSpc>
                <a:spcPct val="107000"/>
              </a:lnSpc>
              <a:spcAft>
                <a:spcPts val="800"/>
              </a:spcAft>
            </a:pPr>
            <a:r>
              <a:rPr lang="fr-FR" b="1" dirty="0" smtClean="0">
                <a:solidFill>
                  <a:schemeClr val="accent6"/>
                </a:solidFill>
                <a:effectLst/>
                <a:latin typeface="Times New Roman" panose="02020603050405020304" pitchFamily="18" charset="0"/>
                <a:ea typeface="Calibri" panose="020F0502020204030204" pitchFamily="34" charset="0"/>
                <a:cs typeface="Times New Roman" panose="02020603050405020304" pitchFamily="18" charset="0"/>
              </a:rPr>
              <a:t>Sous la direction de M. Pape Mory GUEYE</a:t>
            </a:r>
            <a:endParaRPr lang="fr-FR" b="1" dirty="0">
              <a:solidFill>
                <a:schemeClr val="accent6"/>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Rectangle 16"/>
          <p:cNvSpPr/>
          <p:nvPr/>
        </p:nvSpPr>
        <p:spPr>
          <a:xfrm>
            <a:off x="3313482" y="4752627"/>
            <a:ext cx="2517036" cy="322845"/>
          </a:xfrm>
          <a:prstGeom prst="rect">
            <a:avLst/>
          </a:prstGeom>
        </p:spPr>
        <p:txBody>
          <a:bodyPr wrap="none">
            <a:spAutoFit/>
          </a:bodyPr>
          <a:lstStyle/>
          <a:p>
            <a:pPr>
              <a:lnSpc>
                <a:spcPct val="107000"/>
              </a:lnSpc>
              <a:spcAft>
                <a:spcPts val="800"/>
              </a:spcAft>
            </a:pPr>
            <a:r>
              <a:rPr lang="fr-FR" b="1" dirty="0" smtClean="0">
                <a:solidFill>
                  <a:schemeClr val="accent6"/>
                </a:solidFill>
                <a:effectLst/>
                <a:latin typeface="Times New Roman" panose="02020603050405020304" pitchFamily="18" charset="0"/>
                <a:ea typeface="Calibri" panose="020F0502020204030204" pitchFamily="34" charset="0"/>
                <a:cs typeface="Times New Roman" panose="02020603050405020304" pitchFamily="18" charset="0"/>
              </a:rPr>
              <a:t>Année académique: 2024-2025</a:t>
            </a:r>
            <a:endParaRPr lang="fr-FR" b="1" dirty="0">
              <a:solidFill>
                <a:schemeClr val="accent6"/>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Étoile à 10 branches 17"/>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46603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7" name="Rectangle 6"/>
          <p:cNvSpPr/>
          <p:nvPr/>
        </p:nvSpPr>
        <p:spPr>
          <a:xfrm>
            <a:off x="616525" y="124690"/>
            <a:ext cx="6012873" cy="6058005"/>
          </a:xfrm>
          <a:prstGeom prst="rect">
            <a:avLst/>
          </a:prstGeom>
        </p:spPr>
        <p:txBody>
          <a:bodyPr wrap="square">
            <a:spAutoFit/>
          </a:bodyPr>
          <a:lstStyle/>
          <a:p>
            <a:pPr marL="152400" indent="0" algn="ctr">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I. Introduction</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1. Description </a:t>
            </a:r>
            <a:r>
              <a:rPr lang="fr-FR" sz="1300" b="1" dirty="0">
                <a:solidFill>
                  <a:schemeClr val="accent6"/>
                </a:solidFill>
                <a:latin typeface="Times New Roman" panose="02020603050405020304" pitchFamily="18" charset="0"/>
                <a:cs typeface="Times New Roman" panose="02020603050405020304" pitchFamily="18" charset="0"/>
              </a:rPr>
              <a:t>d’Active Directory</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2. Rôle </a:t>
            </a:r>
            <a:r>
              <a:rPr lang="fr-FR" sz="1300" b="1" dirty="0">
                <a:solidFill>
                  <a:schemeClr val="accent6"/>
                </a:solidFill>
                <a:latin typeface="Times New Roman" panose="02020603050405020304" pitchFamily="18" charset="0"/>
                <a:cs typeface="Times New Roman" panose="02020603050405020304" pitchFamily="18" charset="0"/>
              </a:rPr>
              <a:t>des services de domaine Active Directory </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3. Signification </a:t>
            </a:r>
            <a:r>
              <a:rPr lang="fr-FR" sz="1300" b="1" dirty="0">
                <a:solidFill>
                  <a:schemeClr val="accent6"/>
                </a:solidFill>
                <a:latin typeface="Times New Roman" panose="02020603050405020304" pitchFamily="18" charset="0"/>
                <a:cs typeface="Times New Roman" panose="02020603050405020304" pitchFamily="18" charset="0"/>
              </a:rPr>
              <a:t>du terme </a:t>
            </a:r>
            <a:r>
              <a:rPr lang="fr-FR" sz="1300" b="1" dirty="0" smtClean="0">
                <a:solidFill>
                  <a:schemeClr val="accent6"/>
                </a:solidFill>
                <a:latin typeface="Times New Roman" panose="02020603050405020304" pitchFamily="18" charset="0"/>
                <a:cs typeface="Times New Roman" panose="02020603050405020304" pitchFamily="18" charset="0"/>
              </a:rPr>
              <a:t>« partitionnement »</a:t>
            </a:r>
            <a:r>
              <a:rPr lang="fr-FR" sz="1300" b="1" dirty="0">
                <a:solidFill>
                  <a:schemeClr val="accent6"/>
                </a:solidFill>
                <a:latin typeface="Times New Roman" panose="02020603050405020304" pitchFamily="18" charset="0"/>
                <a:cs typeface="Times New Roman" panose="02020603050405020304" pitchFamily="18" charset="0"/>
              </a:rPr>
              <a:t>  dans Active Directory</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4. Création </a:t>
            </a:r>
            <a:r>
              <a:rPr lang="fr-FR" sz="1300" b="1" dirty="0">
                <a:solidFill>
                  <a:schemeClr val="accent6"/>
                </a:solidFill>
                <a:latin typeface="Times New Roman" panose="02020603050405020304" pitchFamily="18" charset="0"/>
                <a:cs typeface="Times New Roman" panose="02020603050405020304" pitchFamily="18" charset="0"/>
              </a:rPr>
              <a:t>de l’unité d’organisation (OU) et des utilisateurs</a:t>
            </a:r>
          </a:p>
          <a:p>
            <a:pPr marL="152400" indent="0">
              <a:lnSpc>
                <a:spcPct val="150000"/>
              </a:lnSpc>
              <a:buNone/>
            </a:pPr>
            <a:r>
              <a:rPr lang="fr-FR" sz="1300" dirty="0">
                <a:solidFill>
                  <a:schemeClr val="accent6"/>
                </a:solidFill>
                <a:latin typeface="Times New Roman" panose="02020603050405020304" pitchFamily="18" charset="0"/>
                <a:cs typeface="Times New Roman" panose="02020603050405020304" pitchFamily="18" charset="0"/>
              </a:rPr>
              <a:t>                      </a:t>
            </a:r>
            <a:r>
              <a:rPr lang="fr-FR" sz="1300" dirty="0" smtClean="0">
                <a:solidFill>
                  <a:schemeClr val="accent6"/>
                </a:solidFill>
                <a:latin typeface="Times New Roman" panose="02020603050405020304" pitchFamily="18" charset="0"/>
                <a:cs typeface="Times New Roman" panose="02020603050405020304" pitchFamily="18" charset="0"/>
              </a:rPr>
              <a:t>4.1</a:t>
            </a:r>
            <a:r>
              <a:rPr lang="fr-FR" sz="1300" dirty="0">
                <a:solidFill>
                  <a:schemeClr val="accent6"/>
                </a:solidFill>
                <a:latin typeface="Times New Roman" panose="02020603050405020304" pitchFamily="18" charset="0"/>
                <a:cs typeface="Times New Roman" panose="02020603050405020304" pitchFamily="18" charset="0"/>
              </a:rPr>
              <a:t>. Créer une unité d’organisation (OU)</a:t>
            </a:r>
          </a:p>
          <a:p>
            <a:pPr marL="152400" indent="0">
              <a:lnSpc>
                <a:spcPct val="150000"/>
              </a:lnSpc>
              <a:buNone/>
            </a:pPr>
            <a:r>
              <a:rPr lang="fr-FR" sz="1300" dirty="0">
                <a:solidFill>
                  <a:schemeClr val="accent6"/>
                </a:solidFill>
                <a:latin typeface="Times New Roman" panose="02020603050405020304" pitchFamily="18" charset="0"/>
                <a:cs typeface="Times New Roman" panose="02020603050405020304" pitchFamily="18" charset="0"/>
              </a:rPr>
              <a:t>                      </a:t>
            </a:r>
            <a:r>
              <a:rPr lang="fr-FR" sz="1300" dirty="0" smtClean="0">
                <a:solidFill>
                  <a:schemeClr val="accent6"/>
                </a:solidFill>
                <a:latin typeface="Times New Roman" panose="02020603050405020304" pitchFamily="18" charset="0"/>
                <a:cs typeface="Times New Roman" panose="02020603050405020304" pitchFamily="18" charset="0"/>
              </a:rPr>
              <a:t>4.2 </a:t>
            </a:r>
            <a:r>
              <a:rPr lang="fr-FR" sz="1300" dirty="0">
                <a:solidFill>
                  <a:schemeClr val="accent6"/>
                </a:solidFill>
                <a:latin typeface="Times New Roman" panose="02020603050405020304" pitchFamily="18" charset="0"/>
                <a:cs typeface="Times New Roman" panose="02020603050405020304" pitchFamily="18" charset="0"/>
              </a:rPr>
              <a:t>Créer des utilisateurs dans Promo</a:t>
            </a:r>
          </a:p>
          <a:p>
            <a:pPr marL="152400" indent="0">
              <a:lnSpc>
                <a:spcPct val="150000"/>
              </a:lnSpc>
              <a:buNone/>
            </a:pPr>
            <a:r>
              <a:rPr lang="fr-FR" sz="1300" dirty="0">
                <a:solidFill>
                  <a:schemeClr val="accent6"/>
                </a:solidFill>
                <a:latin typeface="Times New Roman" panose="02020603050405020304" pitchFamily="18" charset="0"/>
                <a:cs typeface="Times New Roman" panose="02020603050405020304" pitchFamily="18" charset="0"/>
              </a:rPr>
              <a:t>                      </a:t>
            </a:r>
            <a:r>
              <a:rPr lang="fr-FR" sz="1300" dirty="0" smtClean="0">
                <a:solidFill>
                  <a:schemeClr val="accent6"/>
                </a:solidFill>
                <a:latin typeface="Times New Roman" panose="02020603050405020304" pitchFamily="18" charset="0"/>
                <a:cs typeface="Times New Roman" panose="02020603050405020304" pitchFamily="18" charset="0"/>
              </a:rPr>
              <a:t>4.3 </a:t>
            </a:r>
            <a:r>
              <a:rPr lang="fr-FR" sz="1300" dirty="0">
                <a:solidFill>
                  <a:schemeClr val="accent6"/>
                </a:solidFill>
                <a:latin typeface="Times New Roman" panose="02020603050405020304" pitchFamily="18" charset="0"/>
                <a:cs typeface="Times New Roman" panose="02020603050405020304" pitchFamily="18" charset="0"/>
              </a:rPr>
              <a:t>Déplacer un utilisateur dans Promo</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5. Délégation </a:t>
            </a:r>
            <a:r>
              <a:rPr lang="fr-FR" sz="1300" b="1" dirty="0">
                <a:solidFill>
                  <a:schemeClr val="accent6"/>
                </a:solidFill>
                <a:latin typeface="Times New Roman" panose="02020603050405020304" pitchFamily="18" charset="0"/>
                <a:cs typeface="Times New Roman" panose="02020603050405020304" pitchFamily="18" charset="0"/>
              </a:rPr>
              <a:t>de contrôle pour réinitialiser les mots de passe</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6</a:t>
            </a:r>
            <a:r>
              <a:rPr lang="fr-FR" sz="1300" b="1" dirty="0">
                <a:solidFill>
                  <a:schemeClr val="accent6"/>
                </a:solidFill>
                <a:latin typeface="Times New Roman" panose="02020603050405020304" pitchFamily="18" charset="0"/>
                <a:cs typeface="Times New Roman" panose="02020603050405020304" pitchFamily="18" charset="0"/>
              </a:rPr>
              <a:t>. Modification de la délégation de contrôle</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II . Installation </a:t>
            </a:r>
            <a:r>
              <a:rPr lang="fr-FR" sz="1300" b="1" dirty="0" smtClean="0">
                <a:solidFill>
                  <a:schemeClr val="accent6"/>
                </a:solidFill>
                <a:latin typeface="Times New Roman" panose="02020603050405020304" pitchFamily="18" charset="0"/>
                <a:cs typeface="Times New Roman" panose="02020603050405020304" pitchFamily="18" charset="0"/>
              </a:rPr>
              <a:t>de console </a:t>
            </a:r>
            <a:r>
              <a:rPr lang="fr-FR" sz="1300" b="1" dirty="0">
                <a:solidFill>
                  <a:schemeClr val="accent6"/>
                </a:solidFill>
                <a:latin typeface="Times New Roman" panose="02020603050405020304" pitchFamily="18" charset="0"/>
                <a:cs typeface="Times New Roman" panose="02020603050405020304" pitchFamily="18" charset="0"/>
              </a:rPr>
              <a:t>MMC sur une station de travail</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III</a:t>
            </a:r>
            <a:r>
              <a:rPr lang="fr-FR" sz="1300" b="1" dirty="0">
                <a:solidFill>
                  <a:schemeClr val="accent6"/>
                </a:solidFill>
                <a:latin typeface="Times New Roman" panose="02020603050405020304" pitchFamily="18" charset="0"/>
                <a:cs typeface="Times New Roman" panose="02020603050405020304" pitchFamily="18" charset="0"/>
              </a:rPr>
              <a:t>. Groupes locaux de domaine</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 1</a:t>
            </a:r>
            <a:r>
              <a:rPr lang="fr-FR" sz="1300" b="1" dirty="0">
                <a:solidFill>
                  <a:schemeClr val="accent6"/>
                </a:solidFill>
                <a:latin typeface="Times New Roman" panose="02020603050405020304" pitchFamily="18" charset="0"/>
                <a:cs typeface="Times New Roman" panose="02020603050405020304" pitchFamily="18" charset="0"/>
              </a:rPr>
              <a:t>. Vérification du mode natif du domaine</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 2</a:t>
            </a:r>
            <a:r>
              <a:rPr lang="fr-FR" sz="1300" b="1" dirty="0">
                <a:solidFill>
                  <a:schemeClr val="accent6"/>
                </a:solidFill>
                <a:latin typeface="Times New Roman" panose="02020603050405020304" pitchFamily="18" charset="0"/>
                <a:cs typeface="Times New Roman" panose="02020603050405020304" pitchFamily="18" charset="0"/>
              </a:rPr>
              <a:t>. Création des utilisateurs</a:t>
            </a:r>
          </a:p>
          <a:p>
            <a:pPr marL="152400" indent="0">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 3</a:t>
            </a:r>
            <a:r>
              <a:rPr lang="fr-FR" sz="1300" b="1" dirty="0">
                <a:solidFill>
                  <a:schemeClr val="accent6"/>
                </a:solidFill>
                <a:latin typeface="Times New Roman" panose="02020603050405020304" pitchFamily="18" charset="0"/>
                <a:cs typeface="Times New Roman" panose="02020603050405020304" pitchFamily="18" charset="0"/>
              </a:rPr>
              <a:t>. Création d’un groupe local de domaine</a:t>
            </a:r>
          </a:p>
          <a:p>
            <a:pPr marL="152400" indent="0" algn="ctr">
              <a:lnSpc>
                <a:spcPct val="150000"/>
              </a:lnSpc>
              <a:buNone/>
            </a:pPr>
            <a:r>
              <a:rPr lang="fr-FR" sz="1300" b="1" dirty="0">
                <a:solidFill>
                  <a:schemeClr val="accent6"/>
                </a:solidFill>
                <a:latin typeface="Times New Roman" panose="02020603050405020304" pitchFamily="18" charset="0"/>
                <a:cs typeface="Times New Roman" panose="02020603050405020304" pitchFamily="18" charset="0"/>
              </a:rPr>
              <a:t>     </a:t>
            </a:r>
            <a:r>
              <a:rPr lang="fr-FR" sz="1300" b="1" dirty="0" smtClean="0">
                <a:solidFill>
                  <a:schemeClr val="accent6"/>
                </a:solidFill>
                <a:latin typeface="Times New Roman" panose="02020603050405020304" pitchFamily="18" charset="0"/>
                <a:cs typeface="Times New Roman" panose="02020603050405020304" pitchFamily="18" charset="0"/>
              </a:rPr>
              <a:t>IV</a:t>
            </a:r>
            <a:r>
              <a:rPr lang="fr-FR" sz="1300" b="1" dirty="0">
                <a:solidFill>
                  <a:schemeClr val="accent6"/>
                </a:solidFill>
                <a:latin typeface="Times New Roman" panose="02020603050405020304" pitchFamily="18" charset="0"/>
                <a:cs typeface="Times New Roman" panose="02020603050405020304" pitchFamily="18" charset="0"/>
              </a:rPr>
              <a:t>. Conclusion</a:t>
            </a:r>
          </a:p>
          <a:p>
            <a:pPr marL="152400" indent="0">
              <a:lnSpc>
                <a:spcPct val="150000"/>
              </a:lnSpc>
              <a:buNone/>
            </a:pPr>
            <a:endParaRPr lang="fr-FR" sz="1300" b="1" dirty="0">
              <a:solidFill>
                <a:schemeClr val="accent6"/>
              </a:solidFill>
              <a:latin typeface="Times New Roman" panose="02020603050405020304" pitchFamily="18" charset="0"/>
              <a:cs typeface="Times New Roman" panose="02020603050405020304" pitchFamily="18" charset="0"/>
            </a:endParaRPr>
          </a:p>
          <a:p>
            <a:pPr marL="152400" indent="0">
              <a:lnSpc>
                <a:spcPct val="150000"/>
              </a:lnSpc>
              <a:buNone/>
            </a:pPr>
            <a:endParaRPr lang="fr-FR" sz="1300" b="1" dirty="0">
              <a:solidFill>
                <a:schemeClr val="accent6"/>
              </a:solidFill>
              <a:latin typeface="Times New Roman" panose="02020603050405020304" pitchFamily="18" charset="0"/>
              <a:cs typeface="Times New Roman" panose="02020603050405020304" pitchFamily="18" charset="0"/>
            </a:endParaRPr>
          </a:p>
          <a:p>
            <a:pPr marL="152400" indent="0">
              <a:lnSpc>
                <a:spcPct val="150000"/>
              </a:lnSpc>
              <a:buNone/>
            </a:pPr>
            <a:endParaRPr lang="fr-FR" sz="1300" b="1" dirty="0">
              <a:solidFill>
                <a:schemeClr val="accent6"/>
              </a:solidFill>
              <a:latin typeface="Times New Roman" panose="02020603050405020304" pitchFamily="18" charset="0"/>
              <a:cs typeface="Times New Roman" panose="02020603050405020304" pitchFamily="18" charset="0"/>
            </a:endParaRPr>
          </a:p>
          <a:p>
            <a:pPr marL="152400" indent="0">
              <a:lnSpc>
                <a:spcPct val="150000"/>
              </a:lnSpc>
              <a:buNone/>
            </a:pPr>
            <a:endParaRPr lang="fr-FR" sz="1300" b="1" dirty="0">
              <a:solidFill>
                <a:schemeClr val="accent6"/>
              </a:solidFill>
              <a:latin typeface="Times New Roman" panose="02020603050405020304" pitchFamily="18" charset="0"/>
              <a:cs typeface="Times New Roman" panose="02020603050405020304" pitchFamily="18" charset="0"/>
            </a:endParaRPr>
          </a:p>
        </p:txBody>
      </p:sp>
      <p:sp>
        <p:nvSpPr>
          <p:cNvPr id="11" name="Google Shape;706;p30"/>
          <p:cNvSpPr txBox="1">
            <a:spLocks/>
          </p:cNvSpPr>
          <p:nvPr/>
        </p:nvSpPr>
        <p:spPr>
          <a:xfrm rot="3005499">
            <a:off x="5968872" y="-415352"/>
            <a:ext cx="3879775" cy="54784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8500"/>
              <a:buFont typeface="Titillium Web"/>
              <a:buNone/>
              <a:defRPr sz="4000" b="1" i="0" u="none" strike="noStrike" cap="none">
                <a:solidFill>
                  <a:schemeClr val="dk1"/>
                </a:solidFill>
                <a:latin typeface="Titillium Web"/>
                <a:ea typeface="Titillium Web"/>
                <a:cs typeface="Titillium Web"/>
                <a:sym typeface="Titillium Web"/>
              </a:defRPr>
            </a:lvl1pPr>
            <a:lvl2pPr marR="0" lvl="1"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2pPr>
            <a:lvl3pPr marR="0" lvl="2"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3pPr>
            <a:lvl4pPr marR="0" lvl="3"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4pPr>
            <a:lvl5pPr marR="0" lvl="4"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5pPr>
            <a:lvl6pPr marR="0" lvl="5"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6pPr>
            <a:lvl7pPr marR="0" lvl="6"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7pPr>
            <a:lvl8pPr marR="0" lvl="7"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8pPr>
            <a:lvl9pPr marR="0" lvl="8" algn="ctr" rtl="0">
              <a:lnSpc>
                <a:spcPct val="100000"/>
              </a:lnSpc>
              <a:spcBef>
                <a:spcPts val="0"/>
              </a:spcBef>
              <a:spcAft>
                <a:spcPts val="0"/>
              </a:spcAft>
              <a:buClr>
                <a:schemeClr val="dk1"/>
              </a:buClr>
              <a:buSzPts val="8500"/>
              <a:buFont typeface="Titillium Web"/>
              <a:buNone/>
              <a:defRPr sz="8500" b="1" i="0" u="none" strike="noStrike" cap="none">
                <a:solidFill>
                  <a:schemeClr val="dk1"/>
                </a:solidFill>
                <a:latin typeface="Titillium Web"/>
                <a:ea typeface="Titillium Web"/>
                <a:cs typeface="Titillium Web"/>
                <a:sym typeface="Titillium Web"/>
              </a:defRPr>
            </a:lvl9pPr>
          </a:lstStyle>
          <a:p>
            <a:r>
              <a:rPr lang="en-US" sz="6600" b="0" dirty="0" smtClean="0">
                <a:latin typeface="Times New Roman" panose="02020603050405020304" pitchFamily="18" charset="0"/>
                <a:cs typeface="Times New Roman" panose="02020603050405020304" pitchFamily="18" charset="0"/>
              </a:rPr>
              <a:t/>
            </a:r>
            <a:br>
              <a:rPr lang="en-US" sz="6600" b="0" dirty="0" smtClean="0">
                <a:latin typeface="Times New Roman" panose="02020603050405020304" pitchFamily="18" charset="0"/>
                <a:cs typeface="Times New Roman" panose="02020603050405020304" pitchFamily="18" charset="0"/>
              </a:rPr>
            </a:br>
            <a:r>
              <a:rPr lang="en-US" sz="6600" b="0" dirty="0" smtClean="0">
                <a:latin typeface="Times New Roman" panose="02020603050405020304" pitchFamily="18" charset="0"/>
                <a:cs typeface="Times New Roman" panose="02020603050405020304" pitchFamily="18" charset="0"/>
              </a:rPr>
              <a:t/>
            </a:r>
            <a:br>
              <a:rPr lang="en-US" sz="6600" b="0" dirty="0" smtClean="0">
                <a:latin typeface="Times New Roman" panose="02020603050405020304" pitchFamily="18" charset="0"/>
                <a:cs typeface="Times New Roman" panose="02020603050405020304" pitchFamily="18" charset="0"/>
              </a:rPr>
            </a:br>
            <a:r>
              <a:rPr lang="en-US" sz="8000" dirty="0" smtClean="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50800" dir="5400000" algn="ctr" rotWithShape="0">
                    <a:srgbClr val="000000"/>
                  </a:outerShdw>
                </a:effectLst>
                <a:latin typeface="Times New Roman" panose="02020603050405020304" pitchFamily="18" charset="0"/>
                <a:cs typeface="Times New Roman" panose="02020603050405020304" pitchFamily="18" charset="0"/>
              </a:rPr>
              <a:t>PLAN</a:t>
            </a:r>
            <a:endParaRPr lang="en-US" sz="6600" dirty="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50800" dir="5400000" algn="ctr" rotWithShape="0">
                  <a:srgbClr val="000000"/>
                </a:outerShdw>
              </a:effectLst>
              <a:latin typeface="Times New Roman" panose="02020603050405020304" pitchFamily="18" charset="0"/>
              <a:cs typeface="Times New Roman" panose="02020603050405020304" pitchFamily="18" charset="0"/>
            </a:endParaRPr>
          </a:p>
        </p:txBody>
      </p:sp>
      <p:sp>
        <p:nvSpPr>
          <p:cNvPr id="8" name="Étoile à 10 branches 7"/>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Times New Roman" panose="02020603050405020304" pitchFamily="18" charset="0"/>
                <a:cs typeface="Times New Roman" panose="02020603050405020304" pitchFamily="18" charset="0"/>
              </a:rPr>
              <a:t>2</a:t>
            </a:r>
          </a:p>
        </p:txBody>
      </p:sp>
    </p:spTree>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12" name="Google Shape;725;p31">
            <a:extLst>
              <a:ext uri="{FF2B5EF4-FFF2-40B4-BE49-F238E27FC236}">
                <a16:creationId xmlns="" xmlns:a16="http://schemas.microsoft.com/office/drawing/2014/main" id="{8729F7BB-0D4F-998C-5854-CEE794758FEF}"/>
              </a:ext>
            </a:extLst>
          </p:cNvPr>
          <p:cNvSpPr txBox="1">
            <a:spLocks noGrp="1"/>
          </p:cNvSpPr>
          <p:nvPr>
            <p:ph type="title"/>
          </p:nvPr>
        </p:nvSpPr>
        <p:spPr>
          <a:xfrm>
            <a:off x="720000" y="368275"/>
            <a:ext cx="7704000" cy="572700"/>
          </a:xfrm>
          <a:prstGeom prst="rect">
            <a:avLst/>
          </a:prstGeom>
          <a:noFill/>
        </p:spPr>
        <p:txBody>
          <a:bodyPr spcFirstLastPara="1" wrap="square" lIns="91425" tIns="91425" rIns="91425" bIns="91425" anchor="ctr" anchorCtr="0">
            <a:noAutofit/>
          </a:bodyPr>
          <a:lstStyle/>
          <a:p>
            <a:pPr marL="0" lvl="0" indent="0" algn="ctr" rtl="0">
              <a:spcBef>
                <a:spcPts val="0"/>
              </a:spcBef>
              <a:spcAft>
                <a:spcPts val="0"/>
              </a:spcAft>
              <a:buNone/>
            </a:pPr>
            <a:r>
              <a:rPr lang="fr-FR" sz="3600" b="1" dirty="0">
                <a:solidFill>
                  <a:schemeClr val="accent6"/>
                </a:solidFill>
                <a:latin typeface="Times New Roman" panose="02020603050405020304" pitchFamily="18" charset="0"/>
                <a:cs typeface="Times New Roman" panose="02020603050405020304" pitchFamily="18" charset="0"/>
              </a:rPr>
              <a:t> I. Introduction</a:t>
            </a:r>
            <a:endParaRPr dirty="0">
              <a:solidFill>
                <a:schemeClr val="accent6"/>
              </a:solidFill>
            </a:endParaRPr>
          </a:p>
        </p:txBody>
      </p:sp>
      <p:sp>
        <p:nvSpPr>
          <p:cNvPr id="13" name="Google Shape;719;p31">
            <a:extLst>
              <a:ext uri="{FF2B5EF4-FFF2-40B4-BE49-F238E27FC236}">
                <a16:creationId xmlns="" xmlns:a16="http://schemas.microsoft.com/office/drawing/2014/main" id="{D4DD656F-BA79-FC1C-B387-5293AA7417BA}"/>
              </a:ext>
            </a:extLst>
          </p:cNvPr>
          <p:cNvSpPr txBox="1">
            <a:spLocks/>
          </p:cNvSpPr>
          <p:nvPr/>
        </p:nvSpPr>
        <p:spPr>
          <a:xfrm>
            <a:off x="283765" y="1079186"/>
            <a:ext cx="8576469" cy="282955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spcAft>
                <a:spcPts val="1200"/>
              </a:spcAft>
            </a:pPr>
            <a:r>
              <a:rPr lang="fr-FR" sz="1600" dirty="0" smtClean="0">
                <a:solidFill>
                  <a:schemeClr val="accent6"/>
                </a:solidFill>
                <a:latin typeface="Times New Roman" panose="02020603050405020304" pitchFamily="18" charset="0"/>
                <a:cs typeface="Times New Roman" panose="02020603050405020304" pitchFamily="18" charset="0"/>
              </a:rPr>
              <a:t>	Dans une entreprise, la gestion des utilisateurs, des ressources et des configurations réseau est cruciale pour garantir une administration efficace et sécurisée. Active Directory (AD), développé par Microsoft, est un outil essentiel qui permet d’organiser, de sécuriser et de simplifier ces tâches dans un environnement réseau. Dans le cadre de ce projet, nous allons mettre en pratique la création et gestion des utilisateurs ainsi que des unités d’organisation. La mise en place des délégations de contrôle, et la configuration des consoles MMC pour faciliter l’administration depuis les stations de travail.</a:t>
            </a:r>
            <a:endParaRPr lang="fr-FR" sz="1600" dirty="0">
              <a:solidFill>
                <a:schemeClr val="accent6"/>
              </a:solidFill>
              <a:latin typeface="Times New Roman" panose="02020603050405020304" pitchFamily="18" charset="0"/>
              <a:cs typeface="Times New Roman" panose="02020603050405020304" pitchFamily="18" charset="0"/>
            </a:endParaRPr>
          </a:p>
        </p:txBody>
      </p:sp>
      <p:sp>
        <p:nvSpPr>
          <p:cNvPr id="14" name="Google Shape;726;p31">
            <a:extLst>
              <a:ext uri="{FF2B5EF4-FFF2-40B4-BE49-F238E27FC236}">
                <a16:creationId xmlns="" xmlns:a16="http://schemas.microsoft.com/office/drawing/2014/main" id="{F408ED42-6B76-D093-725B-9F06363CA25E}"/>
              </a:ext>
            </a:extLst>
          </p:cNvPr>
          <p:cNvSpPr txBox="1">
            <a:spLocks/>
          </p:cNvSpPr>
          <p:nvPr/>
        </p:nvSpPr>
        <p:spPr>
          <a:xfrm>
            <a:off x="8447088" y="2493963"/>
            <a:ext cx="696912" cy="69691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9pPr>
          </a:lstStyle>
          <a:p>
            <a:pPr algn="ctr"/>
            <a:r>
              <a:rPr lang="en" smtClean="0"/>
              <a:t> </a:t>
            </a:r>
            <a:endParaRPr lang="en" dirty="0"/>
          </a:p>
        </p:txBody>
      </p:sp>
      <p:sp>
        <p:nvSpPr>
          <p:cNvPr id="15" name="Google Shape;727;p31">
            <a:extLst>
              <a:ext uri="{FF2B5EF4-FFF2-40B4-BE49-F238E27FC236}">
                <a16:creationId xmlns="" xmlns:a16="http://schemas.microsoft.com/office/drawing/2014/main" id="{5D93863A-E17E-D7FC-73FB-74C34F305B8F}"/>
              </a:ext>
            </a:extLst>
          </p:cNvPr>
          <p:cNvSpPr txBox="1">
            <a:spLocks/>
          </p:cNvSpPr>
          <p:nvPr/>
        </p:nvSpPr>
        <p:spPr>
          <a:xfrm>
            <a:off x="0" y="2493963"/>
            <a:ext cx="696913" cy="69691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9pPr>
          </a:lstStyle>
          <a:p>
            <a:pPr algn="ctr"/>
            <a:r>
              <a:rPr lang="en" smtClean="0"/>
              <a:t> </a:t>
            </a:r>
            <a:endParaRPr lang="en" dirty="0"/>
          </a:p>
        </p:txBody>
      </p:sp>
      <p:sp>
        <p:nvSpPr>
          <p:cNvPr id="16" name="Google Shape;728;p31">
            <a:extLst>
              <a:ext uri="{FF2B5EF4-FFF2-40B4-BE49-F238E27FC236}">
                <a16:creationId xmlns="" xmlns:a16="http://schemas.microsoft.com/office/drawing/2014/main" id="{107EFC09-EAB2-B836-B0B2-DBA6621696F6}"/>
              </a:ext>
            </a:extLst>
          </p:cNvPr>
          <p:cNvSpPr txBox="1">
            <a:spLocks/>
          </p:cNvSpPr>
          <p:nvPr/>
        </p:nvSpPr>
        <p:spPr>
          <a:xfrm>
            <a:off x="0" y="1358900"/>
            <a:ext cx="696913" cy="69691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9pPr>
          </a:lstStyle>
          <a:p>
            <a:pPr algn="ctr"/>
            <a:r>
              <a:rPr lang="en" smtClean="0"/>
              <a:t> </a:t>
            </a:r>
            <a:endParaRPr lang="en" dirty="0"/>
          </a:p>
        </p:txBody>
      </p:sp>
      <p:sp>
        <p:nvSpPr>
          <p:cNvPr id="17" name="Google Shape;737;p31">
            <a:extLst>
              <a:ext uri="{FF2B5EF4-FFF2-40B4-BE49-F238E27FC236}">
                <a16:creationId xmlns="" xmlns:a16="http://schemas.microsoft.com/office/drawing/2014/main" id="{5E43406C-FAD4-3ED3-8BEF-D58134887565}"/>
              </a:ext>
            </a:extLst>
          </p:cNvPr>
          <p:cNvSpPr txBox="1">
            <a:spLocks/>
          </p:cNvSpPr>
          <p:nvPr/>
        </p:nvSpPr>
        <p:spPr>
          <a:xfrm>
            <a:off x="8447088" y="3636963"/>
            <a:ext cx="696912" cy="69691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9pPr>
          </a:lstStyle>
          <a:p>
            <a:pPr algn="ctr"/>
            <a:r>
              <a:rPr lang="en" smtClean="0"/>
              <a:t> </a:t>
            </a:r>
            <a:endParaRPr lang="en" dirty="0"/>
          </a:p>
        </p:txBody>
      </p:sp>
      <p:sp>
        <p:nvSpPr>
          <p:cNvPr id="19" name="Étoile à 10 branches 18"/>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a:t>
            </a:r>
            <a:endParaRPr lang="fr-FR" sz="3200" b="1" dirty="0">
              <a:latin typeface="Times New Roman" panose="02020603050405020304" pitchFamily="18" charset="0"/>
              <a:cs typeface="Times New Roman" panose="02020603050405020304" pitchFamily="18" charset="0"/>
            </a:endParaRPr>
          </a:p>
        </p:txBody>
      </p:sp>
    </p:spTree>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725;p31">
            <a:extLst>
              <a:ext uri="{FF2B5EF4-FFF2-40B4-BE49-F238E27FC236}">
                <a16:creationId xmlns="" xmlns:a16="http://schemas.microsoft.com/office/drawing/2014/main" id="{49799E88-B9F9-00CB-A82F-AC9417BC095A}"/>
              </a:ext>
            </a:extLst>
          </p:cNvPr>
          <p:cNvSpPr txBox="1">
            <a:spLocks noGrp="1"/>
          </p:cNvSpPr>
          <p:nvPr>
            <p:ph type="title"/>
          </p:nvPr>
        </p:nvSpPr>
        <p:spPr>
          <a:xfrm>
            <a:off x="720000" y="368275"/>
            <a:ext cx="7704000" cy="572700"/>
          </a:xfrm>
          <a:prstGeom prst="rect">
            <a:avLst/>
          </a:prstGeom>
          <a:noFill/>
        </p:spPr>
        <p:txBody>
          <a:bodyPr spcFirstLastPara="1" wrap="square" lIns="91425" tIns="91425" rIns="91425" bIns="91425" anchor="ctr" anchorCtr="0">
            <a:noAutofit/>
          </a:bodyPr>
          <a:lstStyle/>
          <a:p>
            <a:pPr marL="0" lvl="0" indent="0" algn="ctr" rtl="0">
              <a:spcBef>
                <a:spcPts val="0"/>
              </a:spcBef>
              <a:spcAft>
                <a:spcPts val="0"/>
              </a:spcAft>
              <a:buNone/>
            </a:pPr>
            <a:r>
              <a:rPr lang="fr-FR" sz="2000" b="1" dirty="0" smtClean="0">
                <a:solidFill>
                  <a:schemeClr val="accent6"/>
                </a:solidFill>
                <a:latin typeface="Times New Roman" panose="02020603050405020304" pitchFamily="18" charset="0"/>
                <a:cs typeface="Times New Roman" panose="02020603050405020304" pitchFamily="18" charset="0"/>
              </a:rPr>
              <a:t>1</a:t>
            </a:r>
            <a:r>
              <a:rPr lang="fr-FR" sz="2000" b="1" dirty="0">
                <a:solidFill>
                  <a:schemeClr val="accent6"/>
                </a:solidFill>
                <a:latin typeface="Times New Roman" panose="02020603050405020304" pitchFamily="18" charset="0"/>
                <a:cs typeface="Times New Roman" panose="02020603050405020304" pitchFamily="18" charset="0"/>
              </a:rPr>
              <a:t>. Description d’Active Directory</a:t>
            </a:r>
            <a:endParaRPr sz="2000" dirty="0">
              <a:solidFill>
                <a:schemeClr val="accent6"/>
              </a:solidFill>
            </a:endParaRPr>
          </a:p>
        </p:txBody>
      </p:sp>
      <p:sp>
        <p:nvSpPr>
          <p:cNvPr id="8" name="Google Shape;719;p31">
            <a:extLst>
              <a:ext uri="{FF2B5EF4-FFF2-40B4-BE49-F238E27FC236}">
                <a16:creationId xmlns="" xmlns:a16="http://schemas.microsoft.com/office/drawing/2014/main" id="{E1EE47BA-1EDE-968D-83BE-CD2519B366A2}"/>
              </a:ext>
            </a:extLst>
          </p:cNvPr>
          <p:cNvSpPr txBox="1">
            <a:spLocks/>
          </p:cNvSpPr>
          <p:nvPr/>
        </p:nvSpPr>
        <p:spPr>
          <a:xfrm>
            <a:off x="507206" y="1670844"/>
            <a:ext cx="8509794" cy="174307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15000"/>
              </a:lnSpc>
              <a:spcBef>
                <a:spcPts val="0"/>
              </a:spcBef>
              <a:spcAft>
                <a:spcPts val="0"/>
              </a:spcAft>
              <a:buClr>
                <a:schemeClr val="lt1"/>
              </a:buClr>
              <a:buSzPts val="3500"/>
              <a:buFont typeface="Assistant"/>
              <a:buNone/>
              <a:defRPr sz="2000" b="0" i="0" u="none" strike="noStrike" cap="none">
                <a:solidFill>
                  <a:schemeClr val="lt1"/>
                </a:solidFill>
                <a:latin typeface="Titillium Web"/>
                <a:ea typeface="Titillium Web"/>
                <a:cs typeface="Titillium Web"/>
                <a:sym typeface="Titillium Web"/>
              </a:defRPr>
            </a:lvl1pPr>
            <a:lvl2pPr marL="914400" marR="0" lvl="1"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2pPr>
            <a:lvl3pPr marL="1371600" marR="0" lvl="2"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3pPr>
            <a:lvl4pPr marL="1828800" marR="0" lvl="3"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4pPr>
            <a:lvl5pPr marL="2286000" marR="0" lvl="4"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5pPr>
            <a:lvl6pPr marL="2743200" marR="0" lvl="5"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6pPr>
            <a:lvl7pPr marL="3200400" marR="0" lvl="6"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7pPr>
            <a:lvl8pPr marL="3657600" marR="0" lvl="7"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8pPr>
            <a:lvl9pPr marL="4114800" marR="0" lvl="8" indent="-304800" algn="ctr" rtl="0">
              <a:lnSpc>
                <a:spcPct val="115000"/>
              </a:lnSpc>
              <a:spcBef>
                <a:spcPts val="0"/>
              </a:spcBef>
              <a:spcAft>
                <a:spcPts val="0"/>
              </a:spcAft>
              <a:buClr>
                <a:schemeClr val="lt1"/>
              </a:buClr>
              <a:buSzPts val="3500"/>
              <a:buFont typeface="Assistant"/>
              <a:buNone/>
              <a:defRPr sz="3500" b="0" i="0" u="none" strike="noStrike" cap="none">
                <a:solidFill>
                  <a:schemeClr val="lt1"/>
                </a:solidFill>
                <a:latin typeface="Assistant"/>
                <a:ea typeface="Assistant"/>
                <a:cs typeface="Assistant"/>
                <a:sym typeface="Assistant"/>
              </a:defRPr>
            </a:lvl9pPr>
          </a:lstStyle>
          <a:p>
            <a:pPr marL="0" indent="0" algn="just">
              <a:lnSpc>
                <a:spcPct val="150000"/>
              </a:lnSpc>
              <a:spcAft>
                <a:spcPts val="1200"/>
              </a:spcAft>
            </a:pPr>
            <a:r>
              <a:rPr lang="fr-FR" sz="1600" dirty="0" smtClean="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	Active Directory est un service d'annuaire développé par Microsoft pour les environnements Windows Server. Il  gère et </a:t>
            </a:r>
            <a:r>
              <a:rPr lang="fr-FR" sz="1600" kern="100" dirty="0" smtClean="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fournit l’authentification et l’autorisation aux</a:t>
            </a:r>
            <a:r>
              <a:rPr lang="fr-FR" sz="1600" dirty="0" smtClean="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  utilisateurs, aux groupes, aux ordinateurs et d'autres objets réseau en les organisant dans une structure logique et hiérarchique.</a:t>
            </a:r>
            <a:endParaRPr lang="fr-FR" sz="1600" kern="100" dirty="0" smtClean="0">
              <a:solidFill>
                <a:schemeClr val="accent6"/>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1200"/>
              </a:spcAft>
            </a:pPr>
            <a:endParaRPr lang="fr-FR" sz="1600" dirty="0">
              <a:solidFill>
                <a:schemeClr val="accent6"/>
              </a:solidFill>
              <a:latin typeface="Times New Roman" panose="02020603050405020304" pitchFamily="18" charset="0"/>
              <a:cs typeface="Times New Roman" panose="02020603050405020304" pitchFamily="18" charset="0"/>
            </a:endParaRPr>
          </a:p>
        </p:txBody>
      </p:sp>
      <p:pic>
        <p:nvPicPr>
          <p:cNvPr id="13" name="Imag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767" y="3086100"/>
            <a:ext cx="2093119" cy="1726823"/>
          </a:xfrm>
          <a:prstGeom prst="rect">
            <a:avLst/>
          </a:prstGeom>
        </p:spPr>
      </p:pic>
      <p:sp>
        <p:nvSpPr>
          <p:cNvPr id="14" name="Étoile à 10 branches 13"/>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4</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706765"/>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56" name="Google Shape;963;p40"/>
          <p:cNvSpPr txBox="1">
            <a:spLocks noGrp="1"/>
          </p:cNvSpPr>
          <p:nvPr>
            <p:ph type="title"/>
          </p:nvPr>
        </p:nvSpPr>
        <p:spPr>
          <a:xfrm>
            <a:off x="361950" y="368275"/>
            <a:ext cx="866775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b="1" dirty="0" smtClean="0">
                <a:solidFill>
                  <a:schemeClr val="accent6"/>
                </a:solidFill>
                <a:latin typeface="Times New Roman" panose="02020603050405020304" pitchFamily="18" charset="0"/>
                <a:cs typeface="Times New Roman" panose="02020603050405020304" pitchFamily="18" charset="0"/>
              </a:rPr>
              <a:t>2</a:t>
            </a:r>
            <a:r>
              <a:rPr lang="fr-FR" sz="2000" b="1" dirty="0">
                <a:solidFill>
                  <a:schemeClr val="accent6"/>
                </a:solidFill>
                <a:latin typeface="Times New Roman" panose="02020603050405020304" pitchFamily="18" charset="0"/>
                <a:cs typeface="Times New Roman" panose="02020603050405020304" pitchFamily="18" charset="0"/>
              </a:rPr>
              <a:t>. Rôle des services de domaine Active Directory</a:t>
            </a:r>
            <a:endParaRPr sz="2000" b="0" dirty="0">
              <a:solidFill>
                <a:schemeClr val="accent6"/>
              </a:solidFill>
              <a:latin typeface="Times New Roman" panose="02020603050405020304" pitchFamily="18" charset="0"/>
              <a:cs typeface="Times New Roman" panose="02020603050405020304" pitchFamily="18" charset="0"/>
            </a:endParaRPr>
          </a:p>
        </p:txBody>
      </p:sp>
      <p:sp>
        <p:nvSpPr>
          <p:cNvPr id="57" name="Google Shape;964;p40"/>
          <p:cNvSpPr txBox="1">
            <a:spLocks/>
          </p:cNvSpPr>
          <p:nvPr/>
        </p:nvSpPr>
        <p:spPr>
          <a:xfrm>
            <a:off x="787003" y="1168968"/>
            <a:ext cx="7569994" cy="3606257"/>
          </a:xfrm>
          <a:prstGeom prst="rect">
            <a:avLst/>
          </a:prstGeom>
          <a:solidFill>
            <a:schemeClr val="bg1">
              <a:lumMod val="60000"/>
              <a:lumOff val="40000"/>
            </a:schemeClr>
          </a:solidFill>
          <a:ln w="12700">
            <a:solidFill>
              <a:schemeClr val="bg2"/>
            </a:solid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200"/>
              </a:spcAft>
            </a:pPr>
            <a:r>
              <a:rPr lang="fr-FR" sz="1800" b="1" smtClean="0">
                <a:solidFill>
                  <a:schemeClr val="bg1">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   </a:t>
            </a:r>
          </a:p>
          <a:p>
            <a:pPr>
              <a:spcAft>
                <a:spcPts val="1200"/>
              </a:spcAft>
            </a:pPr>
            <a:endParaRPr lang="fr-FR" sz="1800" smtClean="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algn="ctr">
              <a:spcAft>
                <a:spcPts val="1200"/>
              </a:spcAft>
            </a:pPr>
            <a:r>
              <a:rPr lang="fr-FR" smtClean="0">
                <a:solidFill>
                  <a:schemeClr val="bg1">
                    <a:lumMod val="50000"/>
                  </a:schemeClr>
                </a:solidFill>
                <a:latin typeface="Times New Roman" panose="02020603050405020304" pitchFamily="18" charset="0"/>
                <a:cs typeface="Times New Roman" panose="02020603050405020304" pitchFamily="18" charset="0"/>
              </a:rPr>
              <a:t>                                                        </a:t>
            </a:r>
          </a:p>
          <a:p>
            <a:pPr algn="ctr">
              <a:spcAft>
                <a:spcPts val="1200"/>
              </a:spcAft>
            </a:pPr>
            <a:r>
              <a:rPr lang="fr-FR" smtClean="0">
                <a:solidFill>
                  <a:schemeClr val="bg1">
                    <a:lumMod val="50000"/>
                  </a:schemeClr>
                </a:solidFill>
                <a:latin typeface="Times New Roman" panose="02020603050405020304" pitchFamily="18" charset="0"/>
                <a:cs typeface="Times New Roman" panose="02020603050405020304" pitchFamily="18" charset="0"/>
              </a:rPr>
              <a:t>                                                    </a:t>
            </a:r>
          </a:p>
          <a:p>
            <a:pPr algn="ctr">
              <a:spcAft>
                <a:spcPts val="1200"/>
              </a:spcAft>
            </a:pPr>
            <a:endParaRPr lang="fr-FR" smtClean="0">
              <a:solidFill>
                <a:schemeClr val="bg1">
                  <a:lumMod val="50000"/>
                </a:schemeClr>
              </a:solidFill>
              <a:latin typeface="Times New Roman" panose="02020603050405020304" pitchFamily="18" charset="0"/>
              <a:cs typeface="Times New Roman" panose="02020603050405020304" pitchFamily="18" charset="0"/>
            </a:endParaRPr>
          </a:p>
          <a:p>
            <a:pPr algn="ctr">
              <a:spcAft>
                <a:spcPts val="1200"/>
              </a:spcAft>
            </a:pPr>
            <a:r>
              <a:rPr lang="fr-FR" smtClean="0">
                <a:solidFill>
                  <a:schemeClr val="bg1">
                    <a:lumMod val="50000"/>
                  </a:schemeClr>
                </a:solidFill>
                <a:latin typeface="Times New Roman" panose="02020603050405020304" pitchFamily="18" charset="0"/>
                <a:cs typeface="Times New Roman" panose="02020603050405020304" pitchFamily="18" charset="0"/>
              </a:rPr>
              <a:t>                                                                                                                                                                </a:t>
            </a:r>
          </a:p>
          <a:p>
            <a:pPr algn="ctr">
              <a:spcAft>
                <a:spcPts val="1200"/>
              </a:spcAft>
            </a:pPr>
            <a:r>
              <a:rPr lang="fr-FR" smtClean="0">
                <a:solidFill>
                  <a:schemeClr val="bg1">
                    <a:lumMod val="50000"/>
                  </a:schemeClr>
                </a:solidFill>
                <a:latin typeface="Times New Roman" panose="02020603050405020304" pitchFamily="18" charset="0"/>
                <a:cs typeface="Times New Roman" panose="02020603050405020304" pitchFamily="18" charset="0"/>
              </a:rPr>
              <a:t>                                      </a:t>
            </a:r>
          </a:p>
          <a:p>
            <a:pPr algn="ctr">
              <a:spcAft>
                <a:spcPts val="1200"/>
              </a:spcAft>
            </a:pPr>
            <a:fld id="{031A56C1-737D-4B3E-9BD3-294C7EAB0F37}" type="slidenum">
              <a:rPr lang="fr-FR" smtClean="0">
                <a:solidFill>
                  <a:schemeClr val="bg1">
                    <a:lumMod val="50000"/>
                  </a:schemeClr>
                </a:solidFill>
                <a:latin typeface="Times New Roman" panose="02020603050405020304" pitchFamily="18" charset="0"/>
                <a:cs typeface="Times New Roman" panose="02020603050405020304" pitchFamily="18" charset="0"/>
              </a:rPr>
              <a:pPr algn="ctr">
                <a:spcAft>
                  <a:spcPts val="1200"/>
                </a:spcAft>
              </a:pPr>
              <a:t>5</a:t>
            </a:fld>
            <a:fld id="{EBC5D8E8-92E4-459A-A00D-55D3BEB998A3}" type="slidenum">
              <a:rPr lang="fr-FR" smtClean="0">
                <a:solidFill>
                  <a:schemeClr val="bg1">
                    <a:lumMod val="50000"/>
                  </a:schemeClr>
                </a:solidFill>
                <a:latin typeface="Times New Roman" panose="02020603050405020304" pitchFamily="18" charset="0"/>
                <a:cs typeface="Times New Roman" panose="02020603050405020304" pitchFamily="18" charset="0"/>
              </a:rPr>
              <a:pPr algn="ctr">
                <a:spcAft>
                  <a:spcPts val="1200"/>
                </a:spcAft>
              </a:pPr>
              <a:t>5</a:t>
            </a:fld>
            <a:endParaRPr lang="fr-FR"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58" name="Google Shape;968;p40"/>
          <p:cNvSpPr txBox="1">
            <a:spLocks/>
          </p:cNvSpPr>
          <p:nvPr/>
        </p:nvSpPr>
        <p:spPr>
          <a:xfrm>
            <a:off x="3090595" y="2905505"/>
            <a:ext cx="3562349" cy="955377"/>
          </a:xfrm>
          <a:prstGeom prst="rect">
            <a:avLst/>
          </a:prstGeom>
          <a:solidFill>
            <a:schemeClr val="bg2"/>
          </a:solidFill>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fr-FR" sz="1800" smtClean="0">
                <a:solidFill>
                  <a:schemeClr val="bg1">
                    <a:lumMod val="50000"/>
                  </a:schemeClr>
                </a:solidFill>
                <a:latin typeface="Times New Roman" panose="02020603050405020304" pitchFamily="18" charset="0"/>
                <a:cs typeface="Times New Roman" panose="02020603050405020304" pitchFamily="18" charset="0"/>
              </a:rPr>
              <a:t>Centralisation des paramètres de configuration</a:t>
            </a:r>
            <a:endParaRPr lang="fr-FR" sz="1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59" name="Google Shape;970;p40"/>
          <p:cNvSpPr txBox="1">
            <a:spLocks/>
          </p:cNvSpPr>
          <p:nvPr/>
        </p:nvSpPr>
        <p:spPr>
          <a:xfrm>
            <a:off x="6489096" y="1642246"/>
            <a:ext cx="2490812" cy="705136"/>
          </a:xfrm>
          <a:prstGeom prst="rect">
            <a:avLst/>
          </a:prstGeom>
          <a:solidFill>
            <a:schemeClr val="bg2">
              <a:alpha val="89000"/>
            </a:schemeClr>
          </a:solidFill>
          <a:ln w="12700">
            <a:solidFill>
              <a:schemeClr val="bg1">
                <a:lumMod val="50000"/>
                <a:alpha val="9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smtClean="0">
                <a:solidFill>
                  <a:schemeClr val="bg1">
                    <a:lumMod val="50000"/>
                  </a:schemeClr>
                </a:solidFill>
                <a:latin typeface="Times New Roman" panose="02020603050405020304" pitchFamily="18" charset="0"/>
                <a:cs typeface="Times New Roman" panose="02020603050405020304" pitchFamily="18" charset="0"/>
              </a:rPr>
              <a:t>Authentification et autorisation</a:t>
            </a:r>
            <a:endParaRPr lang="en-US" sz="20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60" name="Google Shape;971;p40"/>
          <p:cNvSpPr txBox="1">
            <a:spLocks/>
          </p:cNvSpPr>
          <p:nvPr/>
        </p:nvSpPr>
        <p:spPr>
          <a:xfrm>
            <a:off x="3510656" y="1537284"/>
            <a:ext cx="2281362" cy="705136"/>
          </a:xfrm>
          <a:prstGeom prst="rect">
            <a:avLst/>
          </a:prstGeom>
          <a:solidFill>
            <a:schemeClr val="bg2">
              <a:alpha val="89000"/>
            </a:schemeClr>
          </a:solidFill>
          <a:ln>
            <a:solidFill>
              <a:schemeClr val="bg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800" smtClean="0">
                <a:solidFill>
                  <a:schemeClr val="bg1">
                    <a:lumMod val="50000"/>
                  </a:schemeClr>
                </a:solidFill>
                <a:latin typeface="Times New Roman" panose="02020603050405020304" pitchFamily="18" charset="0"/>
                <a:cs typeface="Times New Roman" panose="02020603050405020304" pitchFamily="18" charset="0"/>
              </a:rPr>
              <a:t>Contrôle d'accès aux ressources</a:t>
            </a:r>
            <a:endParaRPr lang="fr-FR" sz="1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61" name="Google Shape;974;p40"/>
          <p:cNvSpPr txBox="1">
            <a:spLocks/>
          </p:cNvSpPr>
          <p:nvPr/>
        </p:nvSpPr>
        <p:spPr>
          <a:xfrm>
            <a:off x="164092" y="1653506"/>
            <a:ext cx="2775462" cy="705136"/>
          </a:xfrm>
          <a:prstGeom prst="rect">
            <a:avLst/>
          </a:prstGeom>
          <a:solidFill>
            <a:schemeClr val="bg2">
              <a:alpha val="89000"/>
            </a:schemeClr>
          </a:solidFill>
          <a:ln>
            <a:solidFill>
              <a:schemeClr val="bg1">
                <a:lumMod val="50000"/>
              </a:schemeClr>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1800" smtClean="0">
                <a:solidFill>
                  <a:schemeClr val="bg1">
                    <a:lumMod val="50000"/>
                  </a:schemeClr>
                </a:solidFill>
                <a:latin typeface="Times New Roman" panose="02020603050405020304" pitchFamily="18" charset="0"/>
                <a:cs typeface="Times New Roman" panose="02020603050405020304" pitchFamily="18" charset="0"/>
              </a:rPr>
              <a:t>Gestion des utilisateurs et des groupes</a:t>
            </a:r>
            <a:endParaRPr lang="fr-FR" sz="1800"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62" name="Sous-titre 14">
            <a:extLst>
              <a:ext uri="{FF2B5EF4-FFF2-40B4-BE49-F238E27FC236}">
                <a16:creationId xmlns="" xmlns:a16="http://schemas.microsoft.com/office/drawing/2014/main" id="{276F4F4A-AB16-2A57-0B90-5963489329AA}"/>
              </a:ext>
            </a:extLst>
          </p:cNvPr>
          <p:cNvSpPr txBox="1">
            <a:spLocks/>
          </p:cNvSpPr>
          <p:nvPr/>
        </p:nvSpPr>
        <p:spPr>
          <a:xfrm>
            <a:off x="83572" y="2764865"/>
            <a:ext cx="2855982" cy="1292186"/>
          </a:xfrm>
          <a:prstGeom prst="rect">
            <a:avLst/>
          </a:prstGeom>
          <a:solidFill>
            <a:schemeClr val="bg2"/>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fr-FR" smtClean="0">
              <a:solidFill>
                <a:schemeClr val="bg1">
                  <a:lumMod val="50000"/>
                </a:schemeClr>
              </a:solidFill>
              <a:latin typeface="Times New Roman" panose="02020603050405020304" pitchFamily="18" charset="0"/>
              <a:cs typeface="Times New Roman" panose="02020603050405020304" pitchFamily="18" charset="0"/>
            </a:endParaRPr>
          </a:p>
          <a:p>
            <a:pPr marL="457200" indent="-304800">
              <a:lnSpc>
                <a:spcPct val="115000"/>
              </a:lnSpc>
              <a:buClr>
                <a:srgbClr val="1D4167"/>
              </a:buClr>
              <a:buSzPts val="2400"/>
              <a:buFont typeface="Assistant"/>
              <a:buNone/>
              <a:defRPr/>
            </a:pPr>
            <a:r>
              <a:rPr lang="fr-FR" sz="1800" smtClean="0">
                <a:solidFill>
                  <a:schemeClr val="bg1">
                    <a:lumMod val="50000"/>
                  </a:schemeClr>
                </a:solidFill>
                <a:latin typeface="Times New Roman" panose="02020603050405020304" pitchFamily="18" charset="0"/>
                <a:cs typeface="Times New Roman" panose="02020603050405020304" pitchFamily="18" charset="0"/>
                <a:sym typeface="Titillium Web"/>
              </a:rPr>
              <a:t>Gestion des ordinateurs et autres objets réseau</a:t>
            </a:r>
          </a:p>
          <a:p>
            <a:endParaRPr lang="fr-FR"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63" name="Sous-titre 24">
            <a:extLst>
              <a:ext uri="{FF2B5EF4-FFF2-40B4-BE49-F238E27FC236}">
                <a16:creationId xmlns="" xmlns:a16="http://schemas.microsoft.com/office/drawing/2014/main" id="{384EC669-B56A-E42B-1455-76D079073881}"/>
              </a:ext>
            </a:extLst>
          </p:cNvPr>
          <p:cNvSpPr txBox="1">
            <a:spLocks/>
          </p:cNvSpPr>
          <p:nvPr/>
        </p:nvSpPr>
        <p:spPr>
          <a:xfrm>
            <a:off x="6803985" y="3048653"/>
            <a:ext cx="2587663" cy="893627"/>
          </a:xfrm>
          <a:prstGeom prst="rect">
            <a:avLst/>
          </a:prstGeom>
          <a:solidFill>
            <a:schemeClr val="bg2"/>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1800" smtClean="0">
                <a:solidFill>
                  <a:schemeClr val="bg1">
                    <a:lumMod val="50000"/>
                  </a:schemeClr>
                </a:solidFill>
                <a:latin typeface="Times New Roman" panose="02020603050405020304" pitchFamily="18" charset="0"/>
                <a:cs typeface="Times New Roman" panose="02020603050405020304" pitchFamily="18" charset="0"/>
              </a:rPr>
              <a:t>Répartition des rôles d’administration </a:t>
            </a:r>
            <a:endParaRPr lang="fr-FR"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64" name="ZoneTexte 63">
            <a:extLst>
              <a:ext uri="{FF2B5EF4-FFF2-40B4-BE49-F238E27FC236}">
                <a16:creationId xmlns="" xmlns:a16="http://schemas.microsoft.com/office/drawing/2014/main" id="{68F380D8-D086-EAE2-5A87-47862CBA27BB}"/>
              </a:ext>
            </a:extLst>
          </p:cNvPr>
          <p:cNvSpPr txBox="1"/>
          <p:nvPr/>
        </p:nvSpPr>
        <p:spPr>
          <a:xfrm>
            <a:off x="2993985" y="4263018"/>
            <a:ext cx="3810000" cy="369332"/>
          </a:xfrm>
          <a:prstGeom prst="rect">
            <a:avLst/>
          </a:prstGeom>
          <a:solidFill>
            <a:schemeClr val="bg2"/>
          </a:solidFill>
        </p:spPr>
        <p:txBody>
          <a:bodyPr wrap="square">
            <a:spAutoFit/>
          </a:bodyPr>
          <a:lstStyle/>
          <a:p>
            <a:r>
              <a:rPr lang="fr-FR" sz="1800" dirty="0">
                <a:solidFill>
                  <a:schemeClr val="bg1">
                    <a:lumMod val="50000"/>
                  </a:schemeClr>
                </a:solidFill>
                <a:latin typeface="Times New Roman" panose="02020603050405020304" pitchFamily="18" charset="0"/>
                <a:cs typeface="Times New Roman" panose="02020603050405020304" pitchFamily="18" charset="0"/>
              </a:rPr>
              <a:t>Haute disponibilité et réplication</a:t>
            </a:r>
          </a:p>
        </p:txBody>
      </p:sp>
      <p:sp>
        <p:nvSpPr>
          <p:cNvPr id="66" name="Étoile à 10 branches 65"/>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5</a:t>
            </a:r>
            <a:endParaRPr lang="fr-FR" sz="32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23" name="Google Shape;805;p33"/>
          <p:cNvSpPr txBox="1">
            <a:spLocks noGrp="1"/>
          </p:cNvSpPr>
          <p:nvPr>
            <p:ph type="title"/>
          </p:nvPr>
        </p:nvSpPr>
        <p:spPr>
          <a:xfrm>
            <a:off x="594879" y="284018"/>
            <a:ext cx="8353425" cy="566902"/>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fr-FR" sz="2000" b="1" dirty="0" smtClean="0">
                <a:solidFill>
                  <a:schemeClr val="accent6"/>
                </a:solidFill>
                <a:latin typeface="Times New Roman" panose="02020603050405020304" pitchFamily="18" charset="0"/>
                <a:cs typeface="Times New Roman" panose="02020603050405020304" pitchFamily="18" charset="0"/>
              </a:rPr>
              <a:t>3</a:t>
            </a:r>
            <a:r>
              <a:rPr lang="fr-FR" sz="2000" b="1" dirty="0">
                <a:solidFill>
                  <a:schemeClr val="accent6"/>
                </a:solidFill>
                <a:latin typeface="Times New Roman" panose="02020603050405020304" pitchFamily="18" charset="0"/>
                <a:cs typeface="Times New Roman" panose="02020603050405020304" pitchFamily="18" charset="0"/>
              </a:rPr>
              <a:t>. Signification du terme </a:t>
            </a:r>
            <a:r>
              <a:rPr lang="fr-FR" sz="2000" b="1" dirty="0" smtClean="0">
                <a:solidFill>
                  <a:schemeClr val="accent6"/>
                </a:solidFill>
                <a:latin typeface="Times New Roman" panose="02020603050405020304" pitchFamily="18" charset="0"/>
                <a:cs typeface="Times New Roman" panose="02020603050405020304" pitchFamily="18" charset="0"/>
              </a:rPr>
              <a:t>« partitionnement</a:t>
            </a:r>
            <a:r>
              <a:rPr lang="fr-FR" sz="2000" dirty="0" smtClean="0">
                <a:solidFill>
                  <a:schemeClr val="accent6"/>
                </a:solidFill>
                <a:latin typeface="Times New Roman" panose="02020603050405020304" pitchFamily="18" charset="0"/>
                <a:cs typeface="Times New Roman" panose="02020603050405020304" pitchFamily="18" charset="0"/>
              </a:rPr>
              <a:t> »</a:t>
            </a:r>
            <a:r>
              <a:rPr lang="fr-FR" sz="2000" b="1" dirty="0">
                <a:solidFill>
                  <a:schemeClr val="accent6"/>
                </a:solidFill>
                <a:latin typeface="Times New Roman" panose="02020603050405020304" pitchFamily="18" charset="0"/>
                <a:cs typeface="Times New Roman" panose="02020603050405020304" pitchFamily="18" charset="0"/>
              </a:rPr>
              <a:t> dans Active Directory</a:t>
            </a:r>
            <a:endParaRPr sz="2000" b="0" dirty="0">
              <a:solidFill>
                <a:schemeClr val="accent6"/>
              </a:solidFill>
            </a:endParaRPr>
          </a:p>
        </p:txBody>
      </p:sp>
      <p:sp>
        <p:nvSpPr>
          <p:cNvPr id="24" name="Espace réservé du texte 2">
            <a:extLst>
              <a:ext uri="{FF2B5EF4-FFF2-40B4-BE49-F238E27FC236}">
                <a16:creationId xmlns="" xmlns:a16="http://schemas.microsoft.com/office/drawing/2014/main" id="{0AA1CA1C-D517-2DAE-8B18-5A2F68111698}"/>
              </a:ext>
            </a:extLst>
          </p:cNvPr>
          <p:cNvSpPr txBox="1">
            <a:spLocks/>
          </p:cNvSpPr>
          <p:nvPr/>
        </p:nvSpPr>
        <p:spPr>
          <a:xfrm>
            <a:off x="781916" y="1210128"/>
            <a:ext cx="4503593" cy="302936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2400" algn="just">
              <a:lnSpc>
                <a:spcPct val="150000"/>
              </a:lnSpc>
            </a:pPr>
            <a:r>
              <a:rPr lang="fr-FR" sz="1600" dirty="0" smtClean="0">
                <a:solidFill>
                  <a:schemeClr val="accent6"/>
                </a:solidFill>
                <a:latin typeface="Times New Roman" panose="02020603050405020304" pitchFamily="18" charset="0"/>
                <a:cs typeface="Times New Roman" panose="02020603050405020304" pitchFamily="18" charset="0"/>
              </a:rPr>
              <a:t>	Le terme "partitionnement" fait référence à la division logique de la base de données d'Active Directory en plusieurs partitions. Chaque partition contient un sous-ensemble des informations stockées dans l'annuaire, ce qui permet de mieux organiser et répartir les données pour la gestion et la répartition des rôles au sein du réseau. </a:t>
            </a:r>
          </a:p>
          <a:p>
            <a:pPr marL="152400" algn="just">
              <a:lnSpc>
                <a:spcPct val="150000"/>
              </a:lnSpc>
            </a:pPr>
            <a:endParaRPr lang="fr-FR" sz="1600" dirty="0" smtClean="0">
              <a:solidFill>
                <a:schemeClr val="accent6"/>
              </a:solidFill>
              <a:latin typeface="Times New Roman" panose="02020603050405020304" pitchFamily="18" charset="0"/>
              <a:cs typeface="Times New Roman" panose="02020603050405020304" pitchFamily="18" charset="0"/>
            </a:endParaRPr>
          </a:p>
          <a:p>
            <a:pPr marL="152400" algn="just">
              <a:lnSpc>
                <a:spcPct val="150000"/>
              </a:lnSpc>
            </a:pPr>
            <a:endParaRPr lang="fr-FR" sz="1600" dirty="0" smtClean="0">
              <a:solidFill>
                <a:schemeClr val="accent6"/>
              </a:solidFill>
              <a:latin typeface="Times New Roman" panose="02020603050405020304" pitchFamily="18" charset="0"/>
              <a:cs typeface="Times New Roman" panose="02020603050405020304" pitchFamily="18" charset="0"/>
            </a:endParaRPr>
          </a:p>
          <a:p>
            <a:pPr marL="152400" algn="just">
              <a:lnSpc>
                <a:spcPct val="150000"/>
              </a:lnSpc>
            </a:pPr>
            <a:r>
              <a:rPr lang="fr-FR" sz="1600" dirty="0" smtClean="0">
                <a:solidFill>
                  <a:schemeClr val="accent6"/>
                </a:solidFill>
                <a:latin typeface="Times New Roman" panose="02020603050405020304" pitchFamily="18" charset="0"/>
                <a:cs typeface="Times New Roman" panose="02020603050405020304" pitchFamily="18" charset="0"/>
              </a:rPr>
              <a:t>                                                                                                                 </a:t>
            </a:r>
          </a:p>
        </p:txBody>
      </p:sp>
      <p:graphicFrame>
        <p:nvGraphicFramePr>
          <p:cNvPr id="3" name="Diagramme 2"/>
          <p:cNvGraphicFramePr/>
          <p:nvPr>
            <p:extLst>
              <p:ext uri="{D42A27DB-BD31-4B8C-83A1-F6EECF244321}">
                <p14:modId xmlns:p14="http://schemas.microsoft.com/office/powerpoint/2010/main" val="2243118551"/>
              </p:ext>
            </p:extLst>
          </p:nvPr>
        </p:nvGraphicFramePr>
        <p:xfrm>
          <a:off x="4378036" y="912379"/>
          <a:ext cx="5708073" cy="37566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Étoile à 10 branches 25"/>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Times New Roman" panose="02020603050405020304" pitchFamily="18" charset="0"/>
                <a:cs typeface="Times New Roman" panose="02020603050405020304" pitchFamily="18" charset="0"/>
              </a:rPr>
              <a:t>6</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872400" y="451403"/>
            <a:ext cx="7704000" cy="572700"/>
          </a:xfrm>
          <a:prstGeom prst="rect">
            <a:avLst/>
          </a:prstGeom>
        </p:spPr>
        <p:txBody>
          <a:bodyPr spcFirstLastPara="1" wrap="square" lIns="91425" tIns="91425" rIns="91425" bIns="91425" anchor="t" anchorCtr="0">
            <a:noAutofit/>
          </a:bodyPr>
          <a:lstStyle/>
          <a:p>
            <a:r>
              <a:rPr lang="fr-FR" sz="2000" b="1" dirty="0" smtClean="0">
                <a:solidFill>
                  <a:schemeClr val="accent6"/>
                </a:solidFill>
                <a:latin typeface="Times New Roman" panose="02020603050405020304" pitchFamily="18" charset="0"/>
                <a:cs typeface="Times New Roman" panose="02020603050405020304" pitchFamily="18" charset="0"/>
              </a:rPr>
              <a:t>4</a:t>
            </a:r>
            <a:r>
              <a:rPr lang="fr-FR" sz="2000" b="1" dirty="0">
                <a:solidFill>
                  <a:schemeClr val="accent6"/>
                </a:solidFill>
                <a:latin typeface="Times New Roman" panose="02020603050405020304" pitchFamily="18" charset="0"/>
                <a:cs typeface="Times New Roman" panose="02020603050405020304" pitchFamily="18" charset="0"/>
              </a:rPr>
              <a:t>. Création de l’unité d’organisation (OU) et des utilisateurs</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sp>
        <p:nvSpPr>
          <p:cNvPr id="67" name="Espace réservé du texte 14">
            <a:extLst>
              <a:ext uri="{FF2B5EF4-FFF2-40B4-BE49-F238E27FC236}">
                <a16:creationId xmlns="" xmlns:a16="http://schemas.microsoft.com/office/drawing/2014/main" id="{117987EB-2A1B-E350-C422-3F8EE75BBDB6}"/>
              </a:ext>
            </a:extLst>
          </p:cNvPr>
          <p:cNvSpPr txBox="1">
            <a:spLocks/>
          </p:cNvSpPr>
          <p:nvPr/>
        </p:nvSpPr>
        <p:spPr>
          <a:xfrm>
            <a:off x="581455" y="1024103"/>
            <a:ext cx="7704000" cy="3400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15000"/>
              </a:lnSpc>
              <a:spcBef>
                <a:spcPts val="0"/>
              </a:spcBef>
              <a:spcAft>
                <a:spcPts val="0"/>
              </a:spcAft>
              <a:buClr>
                <a:schemeClr val="lt1"/>
              </a:buClr>
              <a:buSzPts val="2400"/>
              <a:buFont typeface="Assistant"/>
              <a:buNone/>
              <a:defRPr sz="2000" b="1" i="0" u="none" strike="noStrike" cap="none">
                <a:solidFill>
                  <a:schemeClr val="dk1"/>
                </a:solidFill>
                <a:latin typeface="Titillium Web"/>
                <a:ea typeface="Titillium Web"/>
                <a:cs typeface="Titillium Web"/>
                <a:sym typeface="Titillium Web"/>
              </a:defRPr>
            </a:lvl1pPr>
            <a:lvl2pPr marL="914400" marR="0" lvl="1"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2pPr>
            <a:lvl3pPr marL="1371600" marR="0" lvl="2"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3pPr>
            <a:lvl4pPr marL="1828800" marR="0" lvl="3"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4pPr>
            <a:lvl5pPr marL="2286000" marR="0" lvl="4"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5pPr>
            <a:lvl6pPr marL="2743200" marR="0" lvl="5"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6pPr>
            <a:lvl7pPr marL="3200400" marR="0" lvl="6"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7pPr>
            <a:lvl8pPr marL="3657600" marR="0" lvl="7"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8pPr>
            <a:lvl9pPr marL="4114800" marR="0" lvl="8" indent="-304800" algn="ctr" rtl="0">
              <a:lnSpc>
                <a:spcPct val="115000"/>
              </a:lnSpc>
              <a:spcBef>
                <a:spcPts val="0"/>
              </a:spcBef>
              <a:spcAft>
                <a:spcPts val="0"/>
              </a:spcAft>
              <a:buClr>
                <a:schemeClr val="lt1"/>
              </a:buClr>
              <a:buSzPts val="2400"/>
              <a:buFont typeface="Assistant"/>
              <a:buNone/>
              <a:defRPr sz="2400" b="0" i="0" u="none" strike="noStrike" cap="none">
                <a:solidFill>
                  <a:schemeClr val="lt1"/>
                </a:solidFill>
                <a:latin typeface="Assistant"/>
                <a:ea typeface="Assistant"/>
                <a:cs typeface="Assistant"/>
                <a:sym typeface="Assistant"/>
              </a:defRPr>
            </a:lvl9pPr>
          </a:lstStyle>
          <a:p>
            <a:pPr marL="152400" indent="0" algn="just">
              <a:lnSpc>
                <a:spcPct val="150000"/>
              </a:lnSpc>
            </a:pPr>
            <a:r>
              <a:rPr lang="fr-FR" sz="1600" b="0" dirty="0" smtClean="0">
                <a:solidFill>
                  <a:schemeClr val="accent6"/>
                </a:solidFill>
                <a:latin typeface="Times New Roman" panose="02020603050405020304" pitchFamily="18" charset="0"/>
                <a:cs typeface="Times New Roman" panose="02020603050405020304" pitchFamily="18" charset="0"/>
              </a:rPr>
              <a:t>	L’unité d’organisation est un type d’objet d’annuaire contenu dans les domaines qui s’avère particulièrement utile. Les unités d’organisation sont des conteneurs Active Directory dans lesquels vous pouvez placer des utilisateurs, des groupes, des ordinateurs et d’autres unités d’organisation. Une unité d’organisation ne peut pas contenir d’objets provenant d’autres domaines.</a:t>
            </a:r>
          </a:p>
          <a:p>
            <a:pPr marL="152400" indent="0" algn="just">
              <a:lnSpc>
                <a:spcPct val="150000"/>
              </a:lnSpc>
            </a:pPr>
            <a:endParaRPr lang="fr-FR" sz="1600" b="0" dirty="0" smtClean="0">
              <a:solidFill>
                <a:schemeClr val="accent6"/>
              </a:solidFill>
              <a:latin typeface="Times New Roman" panose="02020603050405020304" pitchFamily="18" charset="0"/>
              <a:cs typeface="Times New Roman" panose="02020603050405020304" pitchFamily="18" charset="0"/>
            </a:endParaRPr>
          </a:p>
          <a:p>
            <a:pPr marL="152400" indent="0" algn="just">
              <a:lnSpc>
                <a:spcPct val="150000"/>
              </a:lnSpc>
            </a:pPr>
            <a:endParaRPr lang="fr-FR" sz="1600" b="0" dirty="0" smtClean="0">
              <a:solidFill>
                <a:schemeClr val="accent6"/>
              </a:solidFill>
              <a:latin typeface="Times New Roman" panose="02020603050405020304" pitchFamily="18" charset="0"/>
              <a:cs typeface="Times New Roman" panose="02020603050405020304" pitchFamily="18" charset="0"/>
            </a:endParaRPr>
          </a:p>
        </p:txBody>
      </p:sp>
      <p:sp>
        <p:nvSpPr>
          <p:cNvPr id="68" name="Étoile à 10 branches 67"/>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Times New Roman" panose="02020603050405020304" pitchFamily="18" charset="0"/>
                <a:cs typeface="Times New Roman" panose="02020603050405020304" pitchFamily="18" charset="0"/>
              </a:rPr>
              <a:t>7</a:t>
            </a:r>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872400" y="451403"/>
            <a:ext cx="7704000" cy="572700"/>
          </a:xfrm>
          <a:prstGeom prst="rect">
            <a:avLst/>
          </a:prstGeom>
        </p:spPr>
        <p:txBody>
          <a:bodyPr spcFirstLastPara="1" wrap="square" lIns="91425" tIns="91425" rIns="91425" bIns="91425" anchor="t" anchorCtr="0">
            <a:noAutofit/>
          </a:bodyPr>
          <a:lstStyle/>
          <a:p>
            <a:r>
              <a:rPr lang="fr-FR" sz="2000" b="1" dirty="0" smtClean="0">
                <a:solidFill>
                  <a:schemeClr val="accent6"/>
                </a:solidFill>
                <a:latin typeface="Times New Roman" panose="02020603050405020304" pitchFamily="18" charset="0"/>
                <a:cs typeface="Times New Roman" panose="02020603050405020304" pitchFamily="18" charset="0"/>
              </a:rPr>
              <a:t>4.1 Création </a:t>
            </a:r>
            <a:r>
              <a:rPr lang="fr-FR" sz="2000" b="1" dirty="0">
                <a:solidFill>
                  <a:schemeClr val="accent6"/>
                </a:solidFill>
                <a:latin typeface="Times New Roman" panose="02020603050405020304" pitchFamily="18" charset="0"/>
                <a:cs typeface="Times New Roman" panose="02020603050405020304" pitchFamily="18" charset="0"/>
              </a:rPr>
              <a:t>de l’unité d’organisation (</a:t>
            </a:r>
            <a:r>
              <a:rPr lang="fr-FR" sz="2000" b="1" dirty="0" smtClean="0">
                <a:solidFill>
                  <a:schemeClr val="accent6"/>
                </a:solidFill>
                <a:latin typeface="Times New Roman" panose="02020603050405020304" pitchFamily="18" charset="0"/>
                <a:cs typeface="Times New Roman" panose="02020603050405020304" pitchFamily="18" charset="0"/>
              </a:rPr>
              <a:t>OU) « Promo »</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107" y="1170709"/>
            <a:ext cx="2232849" cy="3487882"/>
          </a:xfrm>
          <a:prstGeom prst="rect">
            <a:avLst/>
          </a:prstGeom>
        </p:spPr>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4582" y="935181"/>
            <a:ext cx="2942833" cy="2034017"/>
          </a:xfrm>
          <a:prstGeom prst="rect">
            <a:avLst/>
          </a:prstGeom>
        </p:spPr>
      </p:pic>
      <p:pic>
        <p:nvPicPr>
          <p:cNvPr id="4" name="Imag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2282" y="3103419"/>
            <a:ext cx="2150265" cy="1825336"/>
          </a:xfrm>
          <a:prstGeom prst="rect">
            <a:avLst/>
          </a:prstGeom>
        </p:spPr>
      </p:pic>
      <p:sp>
        <p:nvSpPr>
          <p:cNvPr id="6" name="Flèche droite 5"/>
          <p:cNvSpPr/>
          <p:nvPr/>
        </p:nvSpPr>
        <p:spPr>
          <a:xfrm>
            <a:off x="2732035" y="1990090"/>
            <a:ext cx="827468" cy="195832"/>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a:p>
        </p:txBody>
      </p:sp>
      <p:sp>
        <p:nvSpPr>
          <p:cNvPr id="9" name="Demi-tour 8"/>
          <p:cNvSpPr/>
          <p:nvPr/>
        </p:nvSpPr>
        <p:spPr>
          <a:xfrm rot="5400000">
            <a:off x="7461089" y="2170718"/>
            <a:ext cx="1403302" cy="1237879"/>
          </a:xfrm>
          <a:prstGeom prst="uturnArrow">
            <a:avLst>
              <a:gd name="adj1" fmla="val 17180"/>
              <a:gd name="adj2" fmla="val 25000"/>
              <a:gd name="adj3" fmla="val 34513"/>
              <a:gd name="adj4" fmla="val 49796"/>
              <a:gd name="adj5" fmla="val 843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 name="Étoile à 10 branches 11"/>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38510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720436" y="0"/>
            <a:ext cx="7704000" cy="572700"/>
          </a:xfrm>
          <a:prstGeom prst="rect">
            <a:avLst/>
          </a:prstGeom>
        </p:spPr>
        <p:txBody>
          <a:bodyPr spcFirstLastPara="1" wrap="square" lIns="91425" tIns="91425" rIns="91425" bIns="91425" anchor="t" anchorCtr="0">
            <a:noAutofit/>
          </a:bodyPr>
          <a:lstStyle/>
          <a:p>
            <a:r>
              <a:rPr lang="fr-FR" sz="2000" b="1" dirty="0" smtClean="0">
                <a:solidFill>
                  <a:schemeClr val="accent6"/>
                </a:solidFill>
                <a:latin typeface="Times New Roman" panose="02020603050405020304" pitchFamily="18" charset="0"/>
                <a:cs typeface="Times New Roman" panose="02020603050405020304" pitchFamily="18" charset="0"/>
              </a:rPr>
              <a:t>4.2 Création des </a:t>
            </a:r>
            <a:r>
              <a:rPr lang="fr-FR" sz="2000" b="1" dirty="0">
                <a:solidFill>
                  <a:schemeClr val="accent6"/>
                </a:solidFill>
                <a:latin typeface="Times New Roman" panose="02020603050405020304" pitchFamily="18" charset="0"/>
                <a:cs typeface="Times New Roman" panose="02020603050405020304" pitchFamily="18" charset="0"/>
              </a:rPr>
              <a:t>utilisateurs</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436" y="867269"/>
            <a:ext cx="2697974" cy="1751242"/>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3781" y="807582"/>
            <a:ext cx="2189019" cy="1870616"/>
          </a:xfrm>
          <a:prstGeom prst="rect">
            <a:avLst/>
          </a:prstGeom>
        </p:spPr>
      </p:pic>
      <p:pic>
        <p:nvPicPr>
          <p:cNvPr id="5" name="Imag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3781" y="2833725"/>
            <a:ext cx="2440970" cy="2083482"/>
          </a:xfrm>
          <a:prstGeom prst="rect">
            <a:avLst/>
          </a:prstGeom>
        </p:spPr>
      </p:pic>
      <p:pic>
        <p:nvPicPr>
          <p:cNvPr id="6" name="Imag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0436" y="2913080"/>
            <a:ext cx="2533740" cy="2130136"/>
          </a:xfrm>
          <a:prstGeom prst="rect">
            <a:avLst/>
          </a:prstGeom>
        </p:spPr>
      </p:pic>
      <p:sp>
        <p:nvSpPr>
          <p:cNvPr id="7" name="Flèche droite 6"/>
          <p:cNvSpPr/>
          <p:nvPr/>
        </p:nvSpPr>
        <p:spPr>
          <a:xfrm>
            <a:off x="3567545" y="1482436"/>
            <a:ext cx="1219200" cy="2604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Demi-tour 7"/>
          <p:cNvSpPr/>
          <p:nvPr/>
        </p:nvSpPr>
        <p:spPr>
          <a:xfrm rot="5400000">
            <a:off x="7403816" y="2318326"/>
            <a:ext cx="1204875" cy="836363"/>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Flèche gauche 8"/>
          <p:cNvSpPr/>
          <p:nvPr/>
        </p:nvSpPr>
        <p:spPr>
          <a:xfrm>
            <a:off x="3761509" y="3747655"/>
            <a:ext cx="942109"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Étoile à 10 branches 11"/>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3776026529"/>
      </p:ext>
    </p:extLst>
  </p:cSld>
  <p:clrMapOvr>
    <a:masterClrMapping/>
  </p:clrMapOvr>
  <p:transition spd="slow">
    <p:cov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844691" y="118894"/>
            <a:ext cx="7704000" cy="572700"/>
          </a:xfrm>
          <a:prstGeom prst="rect">
            <a:avLst/>
          </a:prstGeom>
        </p:spPr>
        <p:txBody>
          <a:bodyPr spcFirstLastPara="1" wrap="square" lIns="91425" tIns="91425" rIns="91425" bIns="91425" anchor="t" anchorCtr="0">
            <a:noAutofit/>
          </a:bodyPr>
          <a:lstStyle/>
          <a:p>
            <a:r>
              <a:rPr lang="fr-FR" sz="2000" b="1" smtClean="0">
                <a:solidFill>
                  <a:schemeClr val="accent6"/>
                </a:solidFill>
                <a:latin typeface="Times New Roman" panose="02020603050405020304" pitchFamily="18" charset="0"/>
                <a:cs typeface="Times New Roman" panose="02020603050405020304" pitchFamily="18" charset="0"/>
              </a:rPr>
              <a:t>4.2 </a:t>
            </a:r>
            <a:r>
              <a:rPr lang="fr-FR" sz="2000" b="1">
                <a:solidFill>
                  <a:schemeClr val="accent6"/>
                </a:solidFill>
                <a:latin typeface="Times New Roman" panose="02020603050405020304" pitchFamily="18" charset="0"/>
                <a:cs typeface="Times New Roman" panose="02020603050405020304" pitchFamily="18" charset="0"/>
              </a:rPr>
              <a:t>Création </a:t>
            </a:r>
            <a:r>
              <a:rPr lang="fr-FR" sz="2000" b="1" smtClean="0">
                <a:solidFill>
                  <a:schemeClr val="accent6"/>
                </a:solidFill>
                <a:latin typeface="Times New Roman" panose="02020603050405020304" pitchFamily="18" charset="0"/>
                <a:cs typeface="Times New Roman" panose="02020603050405020304" pitchFamily="18" charset="0"/>
              </a:rPr>
              <a:t>des </a:t>
            </a:r>
            <a:r>
              <a:rPr lang="fr-FR" sz="2000" b="1" dirty="0">
                <a:solidFill>
                  <a:schemeClr val="accent6"/>
                </a:solidFill>
                <a:latin typeface="Times New Roman" panose="02020603050405020304" pitchFamily="18" charset="0"/>
                <a:cs typeface="Times New Roman" panose="02020603050405020304" pitchFamily="18" charset="0"/>
              </a:rPr>
              <a:t>utilisateurs</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718" y="878602"/>
            <a:ext cx="6847509" cy="3333179"/>
          </a:xfrm>
          <a:prstGeom prst="rect">
            <a:avLst/>
          </a:prstGeom>
        </p:spPr>
      </p:pic>
      <p:sp>
        <p:nvSpPr>
          <p:cNvPr id="5" name="Étoile à 10 branches 4"/>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10</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8651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872400" y="0"/>
            <a:ext cx="7704000" cy="572700"/>
          </a:xfrm>
          <a:prstGeom prst="rect">
            <a:avLst/>
          </a:prstGeom>
        </p:spPr>
        <p:txBody>
          <a:bodyPr spcFirstLastPara="1" wrap="square" lIns="91425" tIns="91425" rIns="91425" bIns="91425" anchor="t" anchorCtr="0">
            <a:noAutofit/>
          </a:bodyPr>
          <a:lstStyle/>
          <a:p>
            <a:r>
              <a:rPr lang="fr-FR" sz="2000" b="1" dirty="0" smtClean="0">
                <a:solidFill>
                  <a:schemeClr val="accent6"/>
                </a:solidFill>
                <a:latin typeface="Times New Roman" panose="02020603050405020304" pitchFamily="18" charset="0"/>
                <a:cs typeface="Times New Roman" panose="02020603050405020304" pitchFamily="18" charset="0"/>
              </a:rPr>
              <a:t>4.3 Création et déplacement d’un utilisateur </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883" y="671945"/>
            <a:ext cx="3332917" cy="2212338"/>
          </a:xfrm>
          <a:prstGeom prst="rect">
            <a:avLst/>
          </a:prstGeom>
        </p:spPr>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4814" y="634705"/>
            <a:ext cx="2584043" cy="2286818"/>
          </a:xfrm>
          <a:prstGeom prst="rect">
            <a:avLst/>
          </a:prstGeom>
        </p:spPr>
      </p:pic>
      <p:pic>
        <p:nvPicPr>
          <p:cNvPr id="4" name="Imag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2417" y="3084267"/>
            <a:ext cx="3596033" cy="1784930"/>
          </a:xfrm>
          <a:prstGeom prst="rect">
            <a:avLst/>
          </a:prstGeom>
        </p:spPr>
      </p:pic>
      <p:pic>
        <p:nvPicPr>
          <p:cNvPr id="5" name="Imag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9066" y="2983527"/>
            <a:ext cx="2130932" cy="2008310"/>
          </a:xfrm>
          <a:prstGeom prst="rect">
            <a:avLst/>
          </a:prstGeom>
        </p:spPr>
      </p:pic>
      <p:sp>
        <p:nvSpPr>
          <p:cNvPr id="7" name="Flèche droite 6"/>
          <p:cNvSpPr/>
          <p:nvPr/>
        </p:nvSpPr>
        <p:spPr>
          <a:xfrm>
            <a:off x="3932916" y="1627909"/>
            <a:ext cx="782782" cy="1502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Demi-tour 7"/>
          <p:cNvSpPr/>
          <p:nvPr/>
        </p:nvSpPr>
        <p:spPr>
          <a:xfrm rot="5400000">
            <a:off x="7698278" y="2691338"/>
            <a:ext cx="738574" cy="611225"/>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Flèche gauche 8"/>
          <p:cNvSpPr/>
          <p:nvPr/>
        </p:nvSpPr>
        <p:spPr>
          <a:xfrm>
            <a:off x="3328554" y="3887236"/>
            <a:ext cx="810491" cy="2008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Étoile à 10 branches 11"/>
          <p:cNvSpPr/>
          <p:nvPr/>
        </p:nvSpPr>
        <p:spPr>
          <a:xfrm>
            <a:off x="8067565"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11</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99936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 name="Google Shape;812;p34"/>
          <p:cNvSpPr txBox="1">
            <a:spLocks/>
          </p:cNvSpPr>
          <p:nvPr/>
        </p:nvSpPr>
        <p:spPr>
          <a:xfrm>
            <a:off x="872400" y="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9pPr>
          </a:lstStyle>
          <a:p>
            <a:r>
              <a:rPr lang="fr-FR" sz="2000" smtClean="0">
                <a:solidFill>
                  <a:schemeClr val="accent6"/>
                </a:solidFill>
                <a:latin typeface="Times New Roman" panose="02020603050405020304" pitchFamily="18" charset="0"/>
                <a:cs typeface="Times New Roman" panose="02020603050405020304" pitchFamily="18" charset="0"/>
              </a:rPr>
              <a:t>4.3 Création et déplacement d’un utilisateur </a:t>
            </a:r>
            <a:br>
              <a:rPr lang="fr-FR" sz="2000" smtClean="0">
                <a:solidFill>
                  <a:schemeClr val="accent6"/>
                </a:solidFill>
                <a:latin typeface="Times New Roman" panose="02020603050405020304" pitchFamily="18" charset="0"/>
                <a:cs typeface="Times New Roman" panose="02020603050405020304" pitchFamily="18" charset="0"/>
              </a:rPr>
            </a:br>
            <a:endParaRPr lang="fr-FR" sz="2000" b="0" dirty="0">
              <a:solidFill>
                <a:schemeClr val="accent6"/>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525" y="922583"/>
            <a:ext cx="6785487" cy="3649416"/>
          </a:xfrm>
          <a:prstGeom prst="rect">
            <a:avLst/>
          </a:prstGeom>
        </p:spPr>
      </p:pic>
      <p:sp>
        <p:nvSpPr>
          <p:cNvPr id="8" name="Étoile à 10 branches 7"/>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12</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432264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907036" y="98112"/>
            <a:ext cx="7704000" cy="572700"/>
          </a:xfrm>
          <a:prstGeom prst="rect">
            <a:avLst/>
          </a:prstGeom>
        </p:spPr>
        <p:txBody>
          <a:bodyPr spcFirstLastPara="1" wrap="square" lIns="91425" tIns="91425" rIns="91425" bIns="91425" anchor="t" anchorCtr="0">
            <a:noAutofit/>
          </a:bodyPr>
          <a:lstStyle/>
          <a:p>
            <a:r>
              <a:rPr lang="fr-FR" sz="2000" dirty="0">
                <a:solidFill>
                  <a:schemeClr val="accent6"/>
                </a:solidFill>
                <a:latin typeface="Times New Roman" panose="02020603050405020304" pitchFamily="18" charset="0"/>
                <a:cs typeface="Times New Roman" panose="02020603050405020304" pitchFamily="18" charset="0"/>
              </a:rPr>
              <a:t>5. Délégation de contrôle pour réinitialiser les mots de passe</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223" y="777124"/>
            <a:ext cx="2420088" cy="2166967"/>
          </a:xfrm>
          <a:prstGeom prst="rect">
            <a:avLst/>
          </a:prstGeom>
        </p:spPr>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3345" y="860251"/>
            <a:ext cx="2340196" cy="1896691"/>
          </a:xfrm>
          <a:prstGeom prst="rect">
            <a:avLst/>
          </a:prstGeom>
        </p:spPr>
      </p:pic>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5948" y="2944091"/>
            <a:ext cx="2485671" cy="2034642"/>
          </a:xfrm>
          <a:prstGeom prst="rect">
            <a:avLst/>
          </a:prstGeom>
        </p:spPr>
      </p:pic>
      <p:pic>
        <p:nvPicPr>
          <p:cNvPr id="9" name="Imag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9223" y="3260238"/>
            <a:ext cx="3327900" cy="1547289"/>
          </a:xfrm>
          <a:prstGeom prst="rect">
            <a:avLst/>
          </a:prstGeom>
        </p:spPr>
      </p:pic>
      <p:sp>
        <p:nvSpPr>
          <p:cNvPr id="6" name="Flèche droite 5"/>
          <p:cNvSpPr/>
          <p:nvPr/>
        </p:nvSpPr>
        <p:spPr>
          <a:xfrm>
            <a:off x="3352800" y="1704109"/>
            <a:ext cx="684323" cy="173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Demi-tour 6"/>
          <p:cNvSpPr/>
          <p:nvPr/>
        </p:nvSpPr>
        <p:spPr>
          <a:xfrm rot="5400000">
            <a:off x="7455449" y="2180387"/>
            <a:ext cx="1430538" cy="969706"/>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Flèche gauche 9"/>
          <p:cNvSpPr/>
          <p:nvPr/>
        </p:nvSpPr>
        <p:spPr>
          <a:xfrm>
            <a:off x="4246290" y="3919720"/>
            <a:ext cx="810491" cy="2283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Étoile à 10 branches 12"/>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13</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59748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907036" y="98112"/>
            <a:ext cx="7704000" cy="572700"/>
          </a:xfrm>
          <a:prstGeom prst="rect">
            <a:avLst/>
          </a:prstGeom>
        </p:spPr>
        <p:txBody>
          <a:bodyPr spcFirstLastPara="1" wrap="square" lIns="91425" tIns="91425" rIns="91425" bIns="91425" anchor="t" anchorCtr="0">
            <a:noAutofit/>
          </a:bodyPr>
          <a:lstStyle/>
          <a:p>
            <a:r>
              <a:rPr lang="fr-FR" sz="2000" dirty="0">
                <a:solidFill>
                  <a:schemeClr val="accent6"/>
                </a:solidFill>
                <a:latin typeface="Times New Roman" panose="02020603050405020304" pitchFamily="18" charset="0"/>
                <a:cs typeface="Times New Roman" panose="02020603050405020304" pitchFamily="18" charset="0"/>
              </a:rPr>
              <a:t>5. Délégation de contrôle pour réinitialiser les mots de passe</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749" y="810490"/>
            <a:ext cx="2271875" cy="1797627"/>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0341" y="810490"/>
            <a:ext cx="2525847" cy="2063801"/>
          </a:xfrm>
          <a:prstGeom prst="rect">
            <a:avLst/>
          </a:prstGeom>
        </p:spPr>
      </p:pic>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0455" y="3013969"/>
            <a:ext cx="2541781" cy="2026279"/>
          </a:xfrm>
          <a:prstGeom prst="rect">
            <a:avLst/>
          </a:prstGeom>
        </p:spPr>
      </p:pic>
      <p:pic>
        <p:nvPicPr>
          <p:cNvPr id="9" name="Imag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8398" y="2874291"/>
            <a:ext cx="2657647" cy="2086279"/>
          </a:xfrm>
          <a:prstGeom prst="rect">
            <a:avLst/>
          </a:prstGeom>
        </p:spPr>
      </p:pic>
      <p:sp>
        <p:nvSpPr>
          <p:cNvPr id="11" name="Flèche droite 10"/>
          <p:cNvSpPr/>
          <p:nvPr/>
        </p:nvSpPr>
        <p:spPr>
          <a:xfrm>
            <a:off x="3352800" y="1704109"/>
            <a:ext cx="684323" cy="173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Demi-tour 11"/>
          <p:cNvSpPr/>
          <p:nvPr/>
        </p:nvSpPr>
        <p:spPr>
          <a:xfrm rot="5400000">
            <a:off x="7455449" y="2180387"/>
            <a:ext cx="1430538" cy="969706"/>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Flèche gauche 12"/>
          <p:cNvSpPr/>
          <p:nvPr/>
        </p:nvSpPr>
        <p:spPr>
          <a:xfrm>
            <a:off x="4037123" y="3907588"/>
            <a:ext cx="810491" cy="2283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Étoile à 10 branches 13"/>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14</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25987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907036" y="40960"/>
            <a:ext cx="7704000" cy="572700"/>
          </a:xfrm>
          <a:prstGeom prst="rect">
            <a:avLst/>
          </a:prstGeom>
        </p:spPr>
        <p:txBody>
          <a:bodyPr spcFirstLastPara="1" wrap="square" lIns="91425" tIns="91425" rIns="91425" bIns="91425" anchor="t" anchorCtr="0">
            <a:noAutofit/>
          </a:bodyPr>
          <a:lstStyle/>
          <a:p>
            <a:r>
              <a:rPr lang="fr-FR" sz="2000" dirty="0">
                <a:solidFill>
                  <a:schemeClr val="accent6"/>
                </a:solidFill>
                <a:latin typeface="Times New Roman" panose="02020603050405020304" pitchFamily="18" charset="0"/>
                <a:cs typeface="Times New Roman" panose="02020603050405020304" pitchFamily="18" charset="0"/>
              </a:rPr>
              <a:t>5. Délégation de contrôle pour réinitialiser les mots de passe</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878" y="513780"/>
            <a:ext cx="2982279" cy="2410824"/>
          </a:xfrm>
          <a:prstGeom prst="rect">
            <a:avLst/>
          </a:prstGeom>
        </p:spPr>
      </p:pic>
      <p:pic>
        <p:nvPicPr>
          <p:cNvPr id="3" name="Imag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2103" y="670812"/>
            <a:ext cx="3558848" cy="1920406"/>
          </a:xfrm>
          <a:prstGeom prst="rect">
            <a:avLst/>
          </a:prstGeom>
        </p:spPr>
      </p:pic>
      <p:pic>
        <p:nvPicPr>
          <p:cNvPr id="4" name="Imag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1115" y="2730640"/>
            <a:ext cx="2194750" cy="2065199"/>
          </a:xfrm>
          <a:prstGeom prst="rect">
            <a:avLst/>
          </a:prstGeom>
        </p:spPr>
      </p:pic>
      <p:pic>
        <p:nvPicPr>
          <p:cNvPr id="5" name="Imag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04508" y="3016389"/>
            <a:ext cx="2195889" cy="2001092"/>
          </a:xfrm>
          <a:prstGeom prst="rect">
            <a:avLst/>
          </a:prstGeom>
        </p:spPr>
      </p:pic>
      <p:sp>
        <p:nvSpPr>
          <p:cNvPr id="11" name="Flèche droite 10"/>
          <p:cNvSpPr/>
          <p:nvPr/>
        </p:nvSpPr>
        <p:spPr>
          <a:xfrm>
            <a:off x="3620468" y="1624526"/>
            <a:ext cx="684323" cy="173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Demi-tour 11"/>
          <p:cNvSpPr/>
          <p:nvPr/>
        </p:nvSpPr>
        <p:spPr>
          <a:xfrm rot="5400000">
            <a:off x="7733258" y="2797632"/>
            <a:ext cx="1447800" cy="535372"/>
          </a:xfrm>
          <a:prstGeom prst="uturnArrow">
            <a:avLst>
              <a:gd name="adj1" fmla="val 24286"/>
              <a:gd name="adj2" fmla="val 25000"/>
              <a:gd name="adj3" fmla="val 25000"/>
              <a:gd name="adj4" fmla="val 43750"/>
              <a:gd name="adj5" fmla="val 7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Flèche gauche 12"/>
          <p:cNvSpPr/>
          <p:nvPr/>
        </p:nvSpPr>
        <p:spPr>
          <a:xfrm>
            <a:off x="4246290" y="3919720"/>
            <a:ext cx="810491" cy="2283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Étoile à 10 branches 13"/>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15</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52256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6" name="Google Shape;812;p34"/>
          <p:cNvSpPr txBox="1">
            <a:spLocks noGrp="1"/>
          </p:cNvSpPr>
          <p:nvPr>
            <p:ph type="title"/>
          </p:nvPr>
        </p:nvSpPr>
        <p:spPr>
          <a:xfrm>
            <a:off x="927935" y="0"/>
            <a:ext cx="7704000" cy="572700"/>
          </a:xfrm>
          <a:prstGeom prst="rect">
            <a:avLst/>
          </a:prstGeom>
        </p:spPr>
        <p:txBody>
          <a:bodyPr spcFirstLastPara="1" wrap="square" lIns="91425" tIns="91425" rIns="91425" bIns="91425" anchor="t" anchorCtr="0">
            <a:noAutofit/>
          </a:bodyPr>
          <a:lstStyle/>
          <a:p>
            <a:r>
              <a:rPr lang="fr-FR" sz="2000" dirty="0" smtClean="0">
                <a:solidFill>
                  <a:schemeClr val="accent6"/>
                </a:solidFill>
                <a:latin typeface="Times New Roman" panose="02020603050405020304" pitchFamily="18" charset="0"/>
                <a:cs typeface="Times New Roman" panose="02020603050405020304" pitchFamily="18" charset="0"/>
              </a:rPr>
              <a:t>6</a:t>
            </a:r>
            <a:r>
              <a:rPr lang="fr-FR" sz="2000" dirty="0">
                <a:solidFill>
                  <a:schemeClr val="accent6"/>
                </a:solidFill>
                <a:latin typeface="Times New Roman" panose="02020603050405020304" pitchFamily="18" charset="0"/>
                <a:cs typeface="Times New Roman" panose="02020603050405020304" pitchFamily="18" charset="0"/>
              </a:rPr>
              <a:t>. Modification de la délégation de contrôle</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959" y="530174"/>
            <a:ext cx="3288543" cy="2348346"/>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059" y="570915"/>
            <a:ext cx="2420088" cy="2166967"/>
          </a:xfrm>
          <a:prstGeom prst="rect">
            <a:avLst/>
          </a:prstGeom>
        </p:spPr>
      </p:pic>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65618" y="3014633"/>
            <a:ext cx="2340196" cy="1896691"/>
          </a:xfrm>
          <a:prstGeom prst="rect">
            <a:avLst/>
          </a:prstGeom>
        </p:spPr>
      </p:pic>
      <p:pic>
        <p:nvPicPr>
          <p:cNvPr id="14" name="Imag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64658" y="3068782"/>
            <a:ext cx="2315172" cy="1895080"/>
          </a:xfrm>
          <a:prstGeom prst="rect">
            <a:avLst/>
          </a:prstGeom>
        </p:spPr>
      </p:pic>
      <p:sp>
        <p:nvSpPr>
          <p:cNvPr id="15" name="Flèche droite 14"/>
          <p:cNvSpPr/>
          <p:nvPr/>
        </p:nvSpPr>
        <p:spPr>
          <a:xfrm>
            <a:off x="3904128" y="1601484"/>
            <a:ext cx="684323" cy="173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emi-tour 15"/>
          <p:cNvSpPr/>
          <p:nvPr/>
        </p:nvSpPr>
        <p:spPr>
          <a:xfrm rot="5400000">
            <a:off x="7455449" y="2180387"/>
            <a:ext cx="1430538" cy="969706"/>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7" name="Flèche gauche 16"/>
          <p:cNvSpPr/>
          <p:nvPr/>
        </p:nvSpPr>
        <p:spPr>
          <a:xfrm>
            <a:off x="4417478" y="3902160"/>
            <a:ext cx="810491" cy="2283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Étoile à 10 branches 17"/>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16</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79591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4605" y="670812"/>
            <a:ext cx="2302226" cy="1843634"/>
          </a:xfrm>
          <a:prstGeom prst="rect">
            <a:avLst/>
          </a:prstGeom>
        </p:spPr>
      </p:pic>
      <p:pic>
        <p:nvPicPr>
          <p:cNvPr id="9" name="Imag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96" y="825325"/>
            <a:ext cx="3630327" cy="1534607"/>
          </a:xfrm>
          <a:prstGeom prst="rect">
            <a:avLst/>
          </a:prstGeom>
        </p:spPr>
      </p:pic>
      <p:pic>
        <p:nvPicPr>
          <p:cNvPr id="10" name="Imag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51559" y="2736272"/>
            <a:ext cx="2525847" cy="2063801"/>
          </a:xfrm>
          <a:prstGeom prst="rect">
            <a:avLst/>
          </a:prstGeom>
        </p:spPr>
      </p:pic>
      <p:pic>
        <p:nvPicPr>
          <p:cNvPr id="11" name="Imag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9000" y="2755032"/>
            <a:ext cx="2541781" cy="2026279"/>
          </a:xfrm>
          <a:prstGeom prst="rect">
            <a:avLst/>
          </a:prstGeom>
        </p:spPr>
      </p:pic>
      <p:sp>
        <p:nvSpPr>
          <p:cNvPr id="12" name="Flèche droite 11"/>
          <p:cNvSpPr/>
          <p:nvPr/>
        </p:nvSpPr>
        <p:spPr>
          <a:xfrm>
            <a:off x="4268549" y="1592628"/>
            <a:ext cx="684323" cy="173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Demi-tour 12"/>
          <p:cNvSpPr/>
          <p:nvPr/>
        </p:nvSpPr>
        <p:spPr>
          <a:xfrm rot="5400000">
            <a:off x="7455449" y="2180387"/>
            <a:ext cx="1430538" cy="969706"/>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4" name="Flèche gauche 13"/>
          <p:cNvSpPr/>
          <p:nvPr/>
        </p:nvSpPr>
        <p:spPr>
          <a:xfrm>
            <a:off x="4142381" y="3857374"/>
            <a:ext cx="810491" cy="2283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Google Shape;812;p34"/>
          <p:cNvSpPr txBox="1">
            <a:spLocks noGrp="1"/>
          </p:cNvSpPr>
          <p:nvPr>
            <p:ph type="title"/>
          </p:nvPr>
        </p:nvSpPr>
        <p:spPr>
          <a:xfrm>
            <a:off x="951571" y="45139"/>
            <a:ext cx="7704000" cy="572700"/>
          </a:xfrm>
          <a:prstGeom prst="rect">
            <a:avLst/>
          </a:prstGeom>
        </p:spPr>
        <p:txBody>
          <a:bodyPr spcFirstLastPara="1" wrap="square" lIns="91425" tIns="91425" rIns="91425" bIns="91425" anchor="t" anchorCtr="0">
            <a:noAutofit/>
          </a:bodyPr>
          <a:lstStyle/>
          <a:p>
            <a:r>
              <a:rPr lang="fr-FR" sz="2000" dirty="0" smtClean="0">
                <a:solidFill>
                  <a:schemeClr val="accent6"/>
                </a:solidFill>
                <a:latin typeface="Times New Roman" panose="02020603050405020304" pitchFamily="18" charset="0"/>
                <a:cs typeface="Times New Roman" panose="02020603050405020304" pitchFamily="18" charset="0"/>
              </a:rPr>
              <a:t>6</a:t>
            </a:r>
            <a:r>
              <a:rPr lang="fr-FR" sz="2000" dirty="0">
                <a:solidFill>
                  <a:schemeClr val="accent6"/>
                </a:solidFill>
                <a:latin typeface="Times New Roman" panose="02020603050405020304" pitchFamily="18" charset="0"/>
                <a:cs typeface="Times New Roman" panose="02020603050405020304" pitchFamily="18" charset="0"/>
              </a:rPr>
              <a:t>. Modification de la délégation de contrôle</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sp>
        <p:nvSpPr>
          <p:cNvPr id="17" name="Étoile à 10 branches 16"/>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17</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22773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798" y="761473"/>
            <a:ext cx="2657647" cy="2086279"/>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4509" y="746066"/>
            <a:ext cx="2736273" cy="2205274"/>
          </a:xfrm>
          <a:prstGeom prst="rect">
            <a:avLst/>
          </a:prstGeom>
        </p:spPr>
      </p:pic>
      <p:pic>
        <p:nvPicPr>
          <p:cNvPr id="6" name="Imag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4145" y="3054927"/>
            <a:ext cx="4536928" cy="1960932"/>
          </a:xfrm>
          <a:prstGeom prst="rect">
            <a:avLst/>
          </a:prstGeom>
        </p:spPr>
      </p:pic>
      <p:sp>
        <p:nvSpPr>
          <p:cNvPr id="8" name="Flèche droite 7"/>
          <p:cNvSpPr/>
          <p:nvPr/>
        </p:nvSpPr>
        <p:spPr>
          <a:xfrm>
            <a:off x="3553690" y="1718021"/>
            <a:ext cx="684323" cy="173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Demi-tour 8"/>
          <p:cNvSpPr/>
          <p:nvPr/>
        </p:nvSpPr>
        <p:spPr>
          <a:xfrm rot="5400000">
            <a:off x="7592009" y="2686078"/>
            <a:ext cx="1430538" cy="969706"/>
          </a:xfrm>
          <a:prstGeom prst="utur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2" name="Google Shape;812;p34"/>
          <p:cNvSpPr txBox="1">
            <a:spLocks noGrp="1"/>
          </p:cNvSpPr>
          <p:nvPr>
            <p:ph type="title"/>
          </p:nvPr>
        </p:nvSpPr>
        <p:spPr>
          <a:xfrm>
            <a:off x="934862" y="85186"/>
            <a:ext cx="7704000" cy="572700"/>
          </a:xfrm>
          <a:prstGeom prst="rect">
            <a:avLst/>
          </a:prstGeom>
        </p:spPr>
        <p:txBody>
          <a:bodyPr spcFirstLastPara="1" wrap="square" lIns="91425" tIns="91425" rIns="91425" bIns="91425" anchor="t" anchorCtr="0">
            <a:noAutofit/>
          </a:bodyPr>
          <a:lstStyle/>
          <a:p>
            <a:r>
              <a:rPr lang="fr-FR" sz="2000" dirty="0" smtClean="0">
                <a:solidFill>
                  <a:schemeClr val="accent6"/>
                </a:solidFill>
                <a:latin typeface="Times New Roman" panose="02020603050405020304" pitchFamily="18" charset="0"/>
                <a:cs typeface="Times New Roman" panose="02020603050405020304" pitchFamily="18" charset="0"/>
              </a:rPr>
              <a:t>6</a:t>
            </a:r>
            <a:r>
              <a:rPr lang="fr-FR" sz="2000" dirty="0">
                <a:solidFill>
                  <a:schemeClr val="accent6"/>
                </a:solidFill>
                <a:latin typeface="Times New Roman" panose="02020603050405020304" pitchFamily="18" charset="0"/>
                <a:cs typeface="Times New Roman" panose="02020603050405020304" pitchFamily="18" charset="0"/>
              </a:rPr>
              <a:t>. Modification de la délégation de contrôle</a:t>
            </a:r>
            <a:r>
              <a:rPr lang="fr-FR" sz="2000" b="1" dirty="0">
                <a:solidFill>
                  <a:schemeClr val="accent6"/>
                </a:solidFill>
                <a:latin typeface="Times New Roman" panose="02020603050405020304" pitchFamily="18" charset="0"/>
                <a:cs typeface="Times New Roman" panose="02020603050405020304" pitchFamily="18" charset="0"/>
              </a:rPr>
              <a:t/>
            </a:r>
            <a:br>
              <a:rPr lang="fr-FR" sz="2000" b="1" dirty="0">
                <a:solidFill>
                  <a:schemeClr val="accent6"/>
                </a:solidFill>
                <a:latin typeface="Times New Roman" panose="02020603050405020304" pitchFamily="18" charset="0"/>
                <a:cs typeface="Times New Roman" panose="02020603050405020304" pitchFamily="18" charset="0"/>
              </a:rPr>
            </a:br>
            <a:endParaRPr sz="2000" b="0" dirty="0">
              <a:solidFill>
                <a:schemeClr val="accent6"/>
              </a:solidFill>
            </a:endParaRPr>
          </a:p>
        </p:txBody>
      </p:sp>
      <p:sp>
        <p:nvSpPr>
          <p:cNvPr id="13" name="Étoile à 10 branches 12"/>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18</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0409"/>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1">
            <a:extLst>
              <a:ext uri="{FF2B5EF4-FFF2-40B4-BE49-F238E27FC236}">
                <a16:creationId xmlns="" xmlns:a16="http://schemas.microsoft.com/office/drawing/2014/main" id="{B1931E8C-25D4-B088-2892-30DE9B60E32D}"/>
              </a:ext>
            </a:extLst>
          </p:cNvPr>
          <p:cNvSpPr>
            <a:spLocks noGrp="1"/>
          </p:cNvSpPr>
          <p:nvPr>
            <p:ph type="title"/>
          </p:nvPr>
        </p:nvSpPr>
        <p:spPr>
          <a:xfrm>
            <a:off x="192882" y="232544"/>
            <a:ext cx="8951118" cy="560413"/>
          </a:xfrm>
        </p:spPr>
        <p:txBody>
          <a:bodyPr/>
          <a:lstStyle/>
          <a:p>
            <a:r>
              <a:rPr lang="fr-FR" sz="2400" b="1" dirty="0">
                <a:solidFill>
                  <a:schemeClr val="accent6"/>
                </a:solidFill>
                <a:latin typeface="Times New Roman" panose="02020603050405020304" pitchFamily="18" charset="0"/>
                <a:cs typeface="Times New Roman" panose="02020603050405020304" pitchFamily="18" charset="0"/>
              </a:rPr>
              <a:t>   II . Installation </a:t>
            </a:r>
            <a:r>
              <a:rPr lang="fr-FR" sz="2400" b="1" dirty="0" smtClean="0">
                <a:solidFill>
                  <a:schemeClr val="accent6"/>
                </a:solidFill>
                <a:latin typeface="Times New Roman" panose="02020603050405020304" pitchFamily="18" charset="0"/>
                <a:cs typeface="Times New Roman" panose="02020603050405020304" pitchFamily="18" charset="0"/>
              </a:rPr>
              <a:t>de console </a:t>
            </a:r>
            <a:r>
              <a:rPr lang="fr-FR" sz="2400" b="1" dirty="0">
                <a:solidFill>
                  <a:schemeClr val="accent6"/>
                </a:solidFill>
                <a:latin typeface="Times New Roman" panose="02020603050405020304" pitchFamily="18" charset="0"/>
                <a:cs typeface="Times New Roman" panose="02020603050405020304" pitchFamily="18" charset="0"/>
              </a:rPr>
              <a:t>MMC sur une station de travail</a:t>
            </a:r>
            <a:endParaRPr lang="fr-FR" sz="2400" dirty="0">
              <a:solidFill>
                <a:schemeClr val="accent6"/>
              </a:solidFill>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903" y="1019406"/>
            <a:ext cx="4361087" cy="2067999"/>
          </a:xfrm>
          <a:prstGeom prst="rect">
            <a:avLst/>
          </a:prstGeom>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6437" y="3087405"/>
            <a:ext cx="4584658" cy="1917622"/>
          </a:xfrm>
          <a:prstGeom prst="rect">
            <a:avLst/>
          </a:prstGeom>
        </p:spPr>
      </p:pic>
      <p:sp>
        <p:nvSpPr>
          <p:cNvPr id="8" name="Virage 7"/>
          <p:cNvSpPr/>
          <p:nvPr/>
        </p:nvSpPr>
        <p:spPr>
          <a:xfrm rot="5400000">
            <a:off x="5514975" y="1525191"/>
            <a:ext cx="1096566" cy="1503760"/>
          </a:xfrm>
          <a:prstGeom prst="bentArrow">
            <a:avLst>
              <a:gd name="adj1" fmla="val 25000"/>
              <a:gd name="adj2" fmla="val 24452"/>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Étoile à 10 branches 8"/>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19</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7451080"/>
      </p:ext>
    </p:extLst>
  </p:cSld>
  <p:clrMapOvr>
    <a:masterClrMapping/>
  </p:clrMapOvr>
  <p:transition spd="slow">
    <p:randomBa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1">
            <a:extLst>
              <a:ext uri="{FF2B5EF4-FFF2-40B4-BE49-F238E27FC236}">
                <a16:creationId xmlns="" xmlns:a16="http://schemas.microsoft.com/office/drawing/2014/main" id="{B1931E8C-25D4-B088-2892-30DE9B60E32D}"/>
              </a:ext>
            </a:extLst>
          </p:cNvPr>
          <p:cNvSpPr>
            <a:spLocks noGrp="1"/>
          </p:cNvSpPr>
          <p:nvPr>
            <p:ph type="title"/>
          </p:nvPr>
        </p:nvSpPr>
        <p:spPr>
          <a:xfrm>
            <a:off x="192882" y="232544"/>
            <a:ext cx="8951118" cy="560413"/>
          </a:xfrm>
        </p:spPr>
        <p:txBody>
          <a:bodyPr/>
          <a:lstStyle/>
          <a:p>
            <a:r>
              <a:rPr lang="fr-FR" sz="2400" b="1" dirty="0">
                <a:solidFill>
                  <a:schemeClr val="accent6"/>
                </a:solidFill>
                <a:latin typeface="Times New Roman" panose="02020603050405020304" pitchFamily="18" charset="0"/>
                <a:cs typeface="Times New Roman" panose="02020603050405020304" pitchFamily="18" charset="0"/>
              </a:rPr>
              <a:t>   II . Installation </a:t>
            </a:r>
            <a:r>
              <a:rPr lang="fr-FR" sz="2400" b="1" dirty="0" smtClean="0">
                <a:solidFill>
                  <a:schemeClr val="accent6"/>
                </a:solidFill>
                <a:latin typeface="Times New Roman" panose="02020603050405020304" pitchFamily="18" charset="0"/>
                <a:cs typeface="Times New Roman" panose="02020603050405020304" pitchFamily="18" charset="0"/>
              </a:rPr>
              <a:t>de console </a:t>
            </a:r>
            <a:r>
              <a:rPr lang="fr-FR" sz="2400" b="1" dirty="0">
                <a:solidFill>
                  <a:schemeClr val="accent6"/>
                </a:solidFill>
                <a:latin typeface="Times New Roman" panose="02020603050405020304" pitchFamily="18" charset="0"/>
                <a:cs typeface="Times New Roman" panose="02020603050405020304" pitchFamily="18" charset="0"/>
              </a:rPr>
              <a:t>MMC sur une station de travail</a:t>
            </a:r>
            <a:endParaRPr lang="fr-FR" sz="2400" dirty="0">
              <a:solidFill>
                <a:schemeClr val="accent6"/>
              </a:solidFill>
            </a:endParaRPr>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64" y="1007269"/>
            <a:ext cx="3917462" cy="2722444"/>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5697" y="792957"/>
            <a:ext cx="3550702" cy="3800475"/>
          </a:xfrm>
          <a:prstGeom prst="rect">
            <a:avLst/>
          </a:prstGeom>
        </p:spPr>
      </p:pic>
      <p:sp>
        <p:nvSpPr>
          <p:cNvPr id="7" name="Flèche droite 6"/>
          <p:cNvSpPr/>
          <p:nvPr/>
        </p:nvSpPr>
        <p:spPr>
          <a:xfrm>
            <a:off x="4336256" y="2243138"/>
            <a:ext cx="892969" cy="242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Étoile à 10 branches 7"/>
          <p:cNvSpPr/>
          <p:nvPr/>
        </p:nvSpPr>
        <p:spPr>
          <a:xfrm>
            <a:off x="8279606" y="4386263"/>
            <a:ext cx="864394" cy="757237"/>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20</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3090122"/>
      </p:ext>
    </p:extLst>
  </p:cSld>
  <p:clrMapOvr>
    <a:masterClrMapping/>
  </p:clrMapOvr>
  <p:transition spd="slow">
    <p:comb/>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1">
            <a:extLst>
              <a:ext uri="{FF2B5EF4-FFF2-40B4-BE49-F238E27FC236}">
                <a16:creationId xmlns="" xmlns:a16="http://schemas.microsoft.com/office/drawing/2014/main" id="{B1931E8C-25D4-B088-2892-30DE9B60E32D}"/>
              </a:ext>
            </a:extLst>
          </p:cNvPr>
          <p:cNvSpPr>
            <a:spLocks noGrp="1"/>
          </p:cNvSpPr>
          <p:nvPr>
            <p:ph type="title"/>
          </p:nvPr>
        </p:nvSpPr>
        <p:spPr>
          <a:xfrm>
            <a:off x="192882" y="232544"/>
            <a:ext cx="8951118" cy="560413"/>
          </a:xfrm>
        </p:spPr>
        <p:txBody>
          <a:bodyPr/>
          <a:lstStyle/>
          <a:p>
            <a:r>
              <a:rPr lang="fr-FR" sz="2400" b="1" dirty="0">
                <a:solidFill>
                  <a:schemeClr val="accent6"/>
                </a:solidFill>
                <a:latin typeface="Times New Roman" panose="02020603050405020304" pitchFamily="18" charset="0"/>
                <a:cs typeface="Times New Roman" panose="02020603050405020304" pitchFamily="18" charset="0"/>
              </a:rPr>
              <a:t>   II . Installation </a:t>
            </a:r>
            <a:r>
              <a:rPr lang="fr-FR" sz="2400" b="1" dirty="0" smtClean="0">
                <a:solidFill>
                  <a:schemeClr val="accent6"/>
                </a:solidFill>
                <a:latin typeface="Times New Roman" panose="02020603050405020304" pitchFamily="18" charset="0"/>
                <a:cs typeface="Times New Roman" panose="02020603050405020304" pitchFamily="18" charset="0"/>
              </a:rPr>
              <a:t>de console </a:t>
            </a:r>
            <a:r>
              <a:rPr lang="fr-FR" sz="2400" b="1" dirty="0">
                <a:solidFill>
                  <a:schemeClr val="accent6"/>
                </a:solidFill>
                <a:latin typeface="Times New Roman" panose="02020603050405020304" pitchFamily="18" charset="0"/>
                <a:cs typeface="Times New Roman" panose="02020603050405020304" pitchFamily="18" charset="0"/>
              </a:rPr>
              <a:t>MMC sur une station de travail</a:t>
            </a:r>
            <a:endParaRPr lang="fr-FR" sz="2400" dirty="0">
              <a:solidFill>
                <a:schemeClr val="accent6"/>
              </a:solidFill>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372" y="1129240"/>
            <a:ext cx="3560542" cy="967824"/>
          </a:xfrm>
          <a:prstGeom prst="rect">
            <a:avLst/>
          </a:prstGeom>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4745" y="1167343"/>
            <a:ext cx="3544905" cy="929721"/>
          </a:xfrm>
          <a:prstGeom prst="rect">
            <a:avLst/>
          </a:prstGeom>
        </p:spPr>
      </p:pic>
      <p:sp>
        <p:nvSpPr>
          <p:cNvPr id="7" name="Titre 21">
            <a:extLst>
              <a:ext uri="{FF2B5EF4-FFF2-40B4-BE49-F238E27FC236}">
                <a16:creationId xmlns="" xmlns:a16="http://schemas.microsoft.com/office/drawing/2014/main" id="{B1931E8C-25D4-B088-2892-30DE9B60E32D}"/>
              </a:ext>
            </a:extLst>
          </p:cNvPr>
          <p:cNvSpPr txBox="1">
            <a:spLocks/>
          </p:cNvSpPr>
          <p:nvPr/>
        </p:nvSpPr>
        <p:spPr>
          <a:xfrm>
            <a:off x="-44467" y="2635224"/>
            <a:ext cx="8951118" cy="5604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dk1"/>
              </a:buClr>
              <a:buSzPts val="3500"/>
              <a:buFont typeface="Titillium Web"/>
              <a:buNone/>
              <a:defRPr sz="3500" b="1" i="0" u="none" strike="noStrike" cap="none">
                <a:solidFill>
                  <a:schemeClr val="dk1"/>
                </a:solidFill>
                <a:latin typeface="Titillium Web"/>
                <a:ea typeface="Titillium Web"/>
                <a:cs typeface="Titillium Web"/>
                <a:sym typeface="Titillium Web"/>
              </a:defRPr>
            </a:lvl9pPr>
          </a:lstStyle>
          <a:p>
            <a:r>
              <a:rPr lang="fr-FR" sz="2800" dirty="0" smtClean="0">
                <a:solidFill>
                  <a:schemeClr val="accent6"/>
                </a:solidFill>
                <a:latin typeface="Times New Roman" panose="02020603050405020304" pitchFamily="18" charset="0"/>
                <a:cs typeface="Times New Roman" panose="02020603050405020304" pitchFamily="18" charset="0"/>
              </a:rPr>
              <a:t>La suite lors du cas pratique </a:t>
            </a:r>
            <a:endParaRPr lang="fr-FR" sz="2800" dirty="0">
              <a:solidFill>
                <a:schemeClr val="accent6"/>
              </a:solidFill>
            </a:endParaRPr>
          </a:p>
        </p:txBody>
      </p:sp>
      <p:sp>
        <p:nvSpPr>
          <p:cNvPr id="8" name="Flèche droite 7"/>
          <p:cNvSpPr/>
          <p:nvPr/>
        </p:nvSpPr>
        <p:spPr>
          <a:xfrm>
            <a:off x="4064794" y="1613152"/>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Étoile à 10 branches 8"/>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21</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634372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1">
            <a:extLst>
              <a:ext uri="{FF2B5EF4-FFF2-40B4-BE49-F238E27FC236}">
                <a16:creationId xmlns="" xmlns:a16="http://schemas.microsoft.com/office/drawing/2014/main" id="{8AC5A1C8-D7F6-11CD-5C88-D71B9FA91E31}"/>
              </a:ext>
            </a:extLst>
          </p:cNvPr>
          <p:cNvSpPr>
            <a:spLocks noGrp="1"/>
          </p:cNvSpPr>
          <p:nvPr>
            <p:ph type="title"/>
          </p:nvPr>
        </p:nvSpPr>
        <p:spPr>
          <a:xfrm>
            <a:off x="0" y="196825"/>
            <a:ext cx="8951118" cy="553269"/>
          </a:xfrm>
        </p:spPr>
        <p:txBody>
          <a:bodyPr/>
          <a:lstStyle/>
          <a:p>
            <a:r>
              <a:rPr lang="fr-FR" sz="2400" b="1" dirty="0">
                <a:solidFill>
                  <a:schemeClr val="accent6"/>
                </a:solidFill>
                <a:latin typeface="Times New Roman" panose="02020603050405020304" pitchFamily="18" charset="0"/>
                <a:cs typeface="Times New Roman" panose="02020603050405020304" pitchFamily="18" charset="0"/>
              </a:rPr>
              <a:t>    III. Groupes locaux de domaine</a:t>
            </a:r>
            <a:endParaRPr lang="fr-FR" sz="2400" dirty="0">
              <a:solidFill>
                <a:schemeClr val="accent6"/>
              </a:solidFill>
            </a:endParaRPr>
          </a:p>
        </p:txBody>
      </p:sp>
      <p:sp>
        <p:nvSpPr>
          <p:cNvPr id="4" name="Rectangle 3"/>
          <p:cNvSpPr/>
          <p:nvPr/>
        </p:nvSpPr>
        <p:spPr>
          <a:xfrm>
            <a:off x="385761" y="1543049"/>
            <a:ext cx="4250531" cy="1815882"/>
          </a:xfrm>
          <a:prstGeom prst="rect">
            <a:avLst/>
          </a:prstGeom>
        </p:spPr>
        <p:txBody>
          <a:bodyPr wrap="square">
            <a:spAutoFit/>
          </a:bodyPr>
          <a:lstStyle/>
          <a:p>
            <a:pPr algn="just"/>
            <a:r>
              <a:rPr lang="fr-FR" sz="1600" dirty="0" smtClean="0">
                <a:solidFill>
                  <a:schemeClr val="accent6"/>
                </a:solidFill>
                <a:latin typeface="Times New Roman" panose="02020603050405020304" pitchFamily="18" charset="0"/>
                <a:cs typeface="Times New Roman" panose="02020603050405020304" pitchFamily="18" charset="0"/>
              </a:rPr>
              <a:t>	Un </a:t>
            </a:r>
            <a:r>
              <a:rPr lang="fr-FR" sz="1600" dirty="0">
                <a:solidFill>
                  <a:schemeClr val="accent6"/>
                </a:solidFill>
                <a:latin typeface="Times New Roman" panose="02020603050405020304" pitchFamily="18" charset="0"/>
                <a:cs typeface="Times New Roman" panose="02020603050405020304" pitchFamily="18" charset="0"/>
              </a:rPr>
              <a:t>groupe local de domaine est un type de groupe qui permet d'attribuer des permissions sur des ressources accessibles au sein d'un domaine Active Directory. Contrairement aux groupes locaux classiques, les groupes locaux de domaine sont administrés directement sur le contrôleur de domaine.</a:t>
            </a:r>
          </a:p>
        </p:txBody>
      </p:sp>
      <p:pic>
        <p:nvPicPr>
          <p:cNvPr id="10" name="Imag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9174" y="750094"/>
            <a:ext cx="4121944" cy="4121944"/>
          </a:xfrm>
          <a:prstGeom prst="rect">
            <a:avLst/>
          </a:prstGeom>
        </p:spPr>
      </p:pic>
      <p:sp>
        <p:nvSpPr>
          <p:cNvPr id="11" name="Étoile à 10 branches 10"/>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22</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37266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9" name="Rectangle 8"/>
          <p:cNvSpPr/>
          <p:nvPr/>
        </p:nvSpPr>
        <p:spPr>
          <a:xfrm>
            <a:off x="2739957" y="289025"/>
            <a:ext cx="4371710" cy="400110"/>
          </a:xfrm>
          <a:prstGeom prst="rect">
            <a:avLst/>
          </a:prstGeom>
        </p:spPr>
        <p:txBody>
          <a:bodyPr wrap="none">
            <a:spAutoFit/>
          </a:bodyPr>
          <a:lstStyle/>
          <a:p>
            <a:r>
              <a:rPr lang="fr-FR" sz="1800" b="1" dirty="0" smtClean="0">
                <a:solidFill>
                  <a:schemeClr val="accent6"/>
                </a:solidFill>
                <a:latin typeface="Times New Roman" panose="02020603050405020304" pitchFamily="18" charset="0"/>
                <a:cs typeface="Times New Roman" panose="02020603050405020304" pitchFamily="18" charset="0"/>
              </a:rPr>
              <a:t>1. </a:t>
            </a:r>
            <a:r>
              <a:rPr lang="fr-FR" sz="2000" b="1" dirty="0" smtClean="0">
                <a:solidFill>
                  <a:schemeClr val="accent6"/>
                </a:solidFill>
                <a:latin typeface="Times New Roman" panose="02020603050405020304" pitchFamily="18" charset="0"/>
                <a:cs typeface="Times New Roman" panose="02020603050405020304" pitchFamily="18" charset="0"/>
              </a:rPr>
              <a:t>Vérification</a:t>
            </a:r>
            <a:r>
              <a:rPr lang="fr-FR" sz="1800" b="1" dirty="0" smtClean="0">
                <a:solidFill>
                  <a:schemeClr val="accent6"/>
                </a:solidFill>
                <a:latin typeface="Times New Roman" panose="02020603050405020304" pitchFamily="18" charset="0"/>
                <a:cs typeface="Times New Roman" panose="02020603050405020304" pitchFamily="18" charset="0"/>
              </a:rPr>
              <a:t> </a:t>
            </a:r>
            <a:r>
              <a:rPr lang="fr-FR" sz="1800" b="1" dirty="0">
                <a:solidFill>
                  <a:schemeClr val="accent6"/>
                </a:solidFill>
                <a:latin typeface="Times New Roman" panose="02020603050405020304" pitchFamily="18" charset="0"/>
                <a:cs typeface="Times New Roman" panose="02020603050405020304" pitchFamily="18" charset="0"/>
              </a:rPr>
              <a:t>du mode natif du domaine</a:t>
            </a:r>
            <a:endParaRPr lang="fr-FR" sz="1800" dirty="0">
              <a:solidFill>
                <a:schemeClr val="accent6"/>
              </a:solidFill>
            </a:endParaRPr>
          </a:p>
        </p:txBody>
      </p:sp>
      <p:pic>
        <p:nvPicPr>
          <p:cNvPr id="13" name="Imag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132" y="1186240"/>
            <a:ext cx="3139712" cy="2270957"/>
          </a:xfrm>
          <a:prstGeom prst="rect">
            <a:avLst/>
          </a:prstGeom>
        </p:spPr>
      </p:pic>
      <p:pic>
        <p:nvPicPr>
          <p:cNvPr id="14" name="Imag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5812" y="997119"/>
            <a:ext cx="3787468" cy="3406435"/>
          </a:xfrm>
          <a:prstGeom prst="rect">
            <a:avLst/>
          </a:prstGeom>
        </p:spPr>
      </p:pic>
      <p:sp>
        <p:nvSpPr>
          <p:cNvPr id="40" name="Flèche droite 39"/>
          <p:cNvSpPr/>
          <p:nvPr/>
        </p:nvSpPr>
        <p:spPr>
          <a:xfrm>
            <a:off x="3957637" y="2084639"/>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Étoile à 10 branches 40"/>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23</a:t>
            </a:r>
            <a:endParaRPr lang="fr-FR" sz="32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721" y="1332378"/>
            <a:ext cx="3391288" cy="2532391"/>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1014" y="1332378"/>
            <a:ext cx="2954771" cy="2753847"/>
          </a:xfrm>
          <a:prstGeom prst="rect">
            <a:avLst/>
          </a:prstGeom>
        </p:spPr>
      </p:pic>
      <p:sp>
        <p:nvSpPr>
          <p:cNvPr id="13" name="Rectangle 12"/>
          <p:cNvSpPr/>
          <p:nvPr/>
        </p:nvSpPr>
        <p:spPr>
          <a:xfrm>
            <a:off x="3037349" y="567631"/>
            <a:ext cx="2826415" cy="369332"/>
          </a:xfrm>
          <a:prstGeom prst="rect">
            <a:avLst/>
          </a:prstGeom>
        </p:spPr>
        <p:txBody>
          <a:bodyPr wrap="none">
            <a:spAutoFit/>
          </a:bodyPr>
          <a:lstStyle/>
          <a:p>
            <a:pPr algn="ctr"/>
            <a:r>
              <a:rPr lang="fr-FR" sz="1800" b="1" dirty="0">
                <a:solidFill>
                  <a:schemeClr val="accent6"/>
                </a:solidFill>
                <a:latin typeface="Times New Roman" panose="02020603050405020304" pitchFamily="18" charset="0"/>
                <a:cs typeface="Times New Roman" panose="02020603050405020304" pitchFamily="18" charset="0"/>
              </a:rPr>
              <a:t>2. Création des utilisateurs</a:t>
            </a:r>
            <a:endParaRPr lang="fr-FR" sz="1800" dirty="0">
              <a:solidFill>
                <a:schemeClr val="accent6"/>
              </a:solidFill>
            </a:endParaRPr>
          </a:p>
        </p:txBody>
      </p:sp>
      <p:sp>
        <p:nvSpPr>
          <p:cNvPr id="14" name="Flèche droite 13"/>
          <p:cNvSpPr/>
          <p:nvPr/>
        </p:nvSpPr>
        <p:spPr>
          <a:xfrm>
            <a:off x="4194599" y="2141789"/>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Étoile à 10 branches 14"/>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24</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4198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139" y="1157888"/>
            <a:ext cx="3222214" cy="2768276"/>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6413" y="1157888"/>
            <a:ext cx="3121818" cy="2664434"/>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3179" y="4110001"/>
            <a:ext cx="2537680" cy="838273"/>
          </a:xfrm>
          <a:prstGeom prst="rect">
            <a:avLst/>
          </a:prstGeom>
        </p:spPr>
      </p:pic>
      <p:sp>
        <p:nvSpPr>
          <p:cNvPr id="12" name="Rectangle 11"/>
          <p:cNvSpPr/>
          <p:nvPr/>
        </p:nvSpPr>
        <p:spPr>
          <a:xfrm>
            <a:off x="3037349" y="567631"/>
            <a:ext cx="2826415" cy="369332"/>
          </a:xfrm>
          <a:prstGeom prst="rect">
            <a:avLst/>
          </a:prstGeom>
        </p:spPr>
        <p:txBody>
          <a:bodyPr wrap="none">
            <a:spAutoFit/>
          </a:bodyPr>
          <a:lstStyle/>
          <a:p>
            <a:pPr algn="ctr"/>
            <a:r>
              <a:rPr lang="fr-FR" sz="1800" b="1" dirty="0">
                <a:solidFill>
                  <a:schemeClr val="accent6"/>
                </a:solidFill>
                <a:latin typeface="Times New Roman" panose="02020603050405020304" pitchFamily="18" charset="0"/>
                <a:cs typeface="Times New Roman" panose="02020603050405020304" pitchFamily="18" charset="0"/>
              </a:rPr>
              <a:t>2. Création des utilisateurs</a:t>
            </a:r>
            <a:endParaRPr lang="fr-FR" sz="1800" dirty="0">
              <a:solidFill>
                <a:schemeClr val="accent6"/>
              </a:solidFill>
            </a:endParaRPr>
          </a:p>
        </p:txBody>
      </p:sp>
      <p:sp>
        <p:nvSpPr>
          <p:cNvPr id="13" name="Flèche droite 12"/>
          <p:cNvSpPr/>
          <p:nvPr/>
        </p:nvSpPr>
        <p:spPr>
          <a:xfrm>
            <a:off x="4129088" y="2264303"/>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Étoile à 10 branches 13"/>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25</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27287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865" y="1143000"/>
            <a:ext cx="3783904" cy="2146095"/>
          </a:xfrm>
          <a:prstGeom prst="rect">
            <a:avLst/>
          </a:prstGeom>
        </p:spPr>
      </p:pic>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2936" y="1067628"/>
            <a:ext cx="3375953" cy="2865368"/>
          </a:xfrm>
          <a:prstGeom prst="rect">
            <a:avLst/>
          </a:prstGeom>
        </p:spPr>
      </p:pic>
      <p:sp>
        <p:nvSpPr>
          <p:cNvPr id="13" name="Rectangle 12"/>
          <p:cNvSpPr/>
          <p:nvPr/>
        </p:nvSpPr>
        <p:spPr>
          <a:xfrm>
            <a:off x="2368167" y="410468"/>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4" name="Flèche droite 13"/>
          <p:cNvSpPr/>
          <p:nvPr/>
        </p:nvSpPr>
        <p:spPr>
          <a:xfrm>
            <a:off x="4510440" y="2230335"/>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Étoile à 10 branches 14"/>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26</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4359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829" y="867658"/>
            <a:ext cx="3996971" cy="2046992"/>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0536" y="1294865"/>
            <a:ext cx="3057689" cy="2829134"/>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007" y="3171416"/>
            <a:ext cx="4084674" cy="1905165"/>
          </a:xfrm>
          <a:prstGeom prst="rect">
            <a:avLst/>
          </a:prstGeom>
        </p:spPr>
      </p:pic>
      <p:sp>
        <p:nvSpPr>
          <p:cNvPr id="12" name="Rectangle 11"/>
          <p:cNvSpPr/>
          <p:nvPr/>
        </p:nvSpPr>
        <p:spPr>
          <a:xfrm>
            <a:off x="2414241" y="241560"/>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3" name="Flèche droite 12"/>
          <p:cNvSpPr/>
          <p:nvPr/>
        </p:nvSpPr>
        <p:spPr>
          <a:xfrm>
            <a:off x="4631755" y="2013202"/>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angle droit à deux pointes 13"/>
          <p:cNvSpPr/>
          <p:nvPr/>
        </p:nvSpPr>
        <p:spPr>
          <a:xfrm>
            <a:off x="5272087" y="4328418"/>
            <a:ext cx="985838" cy="576589"/>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Étoile à 10 branches 14"/>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27</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2648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462" y="669455"/>
            <a:ext cx="4378328" cy="4084061"/>
          </a:xfrm>
          <a:prstGeom prst="rect">
            <a:avLst/>
          </a:prstGeom>
        </p:spPr>
      </p:pic>
      <p:sp>
        <p:nvSpPr>
          <p:cNvPr id="11" name="Rectangle 10"/>
          <p:cNvSpPr/>
          <p:nvPr/>
        </p:nvSpPr>
        <p:spPr>
          <a:xfrm>
            <a:off x="2353879" y="117574"/>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2" name="Étoile à 10 branches 11"/>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28</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250490"/>
      </p:ext>
    </p:extLst>
  </p:cSld>
  <p:clrMapOvr>
    <a:masterClrMapping/>
  </p:clrMapOvr>
  <p:transition spd="slow">
    <p:comb/>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613" y="1062348"/>
            <a:ext cx="3338659" cy="2988159"/>
          </a:xfrm>
          <a:prstGeom prst="rect">
            <a:avLst/>
          </a:prstGeom>
        </p:spPr>
      </p:pic>
      <p:pic>
        <p:nvPicPr>
          <p:cNvPr id="13" name="Imag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5792" y="1628775"/>
            <a:ext cx="4288190" cy="3038651"/>
          </a:xfrm>
          <a:prstGeom prst="rect">
            <a:avLst/>
          </a:prstGeom>
        </p:spPr>
      </p:pic>
      <p:sp>
        <p:nvSpPr>
          <p:cNvPr id="14" name="Rectangle 13"/>
          <p:cNvSpPr/>
          <p:nvPr/>
        </p:nvSpPr>
        <p:spPr>
          <a:xfrm>
            <a:off x="2368167" y="410468"/>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5" name="Flèche droite 14"/>
          <p:cNvSpPr/>
          <p:nvPr/>
        </p:nvSpPr>
        <p:spPr>
          <a:xfrm>
            <a:off x="3726619" y="2663283"/>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Étoile à 10 branches 15"/>
          <p:cNvSpPr/>
          <p:nvPr/>
        </p:nvSpPr>
        <p:spPr>
          <a:xfrm>
            <a:off x="8258174" y="4364831"/>
            <a:ext cx="885825" cy="778669"/>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29</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1423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187" y="1193901"/>
            <a:ext cx="2987299" cy="1341236"/>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5275" y="1370145"/>
            <a:ext cx="3071126" cy="1958510"/>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92769" y="2814639"/>
            <a:ext cx="3274744" cy="2191401"/>
          </a:xfrm>
          <a:prstGeom prst="rect">
            <a:avLst/>
          </a:prstGeom>
        </p:spPr>
      </p:pic>
      <p:sp>
        <p:nvSpPr>
          <p:cNvPr id="12" name="Rectangle 11"/>
          <p:cNvSpPr/>
          <p:nvPr/>
        </p:nvSpPr>
        <p:spPr>
          <a:xfrm>
            <a:off x="2368167" y="410468"/>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3" name="Flèche droite 12"/>
          <p:cNvSpPr/>
          <p:nvPr/>
        </p:nvSpPr>
        <p:spPr>
          <a:xfrm>
            <a:off x="3950968" y="1778126"/>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angle droit à deux pointes 16"/>
          <p:cNvSpPr/>
          <p:nvPr/>
        </p:nvSpPr>
        <p:spPr>
          <a:xfrm>
            <a:off x="5272087" y="3529012"/>
            <a:ext cx="857250" cy="1171576"/>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Étoile à 10 branches 17"/>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30</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045124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786" y="1050132"/>
            <a:ext cx="3815709" cy="2636044"/>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4500" y="918518"/>
            <a:ext cx="3177815" cy="3863675"/>
          </a:xfrm>
          <a:prstGeom prst="rect">
            <a:avLst/>
          </a:prstGeom>
        </p:spPr>
      </p:pic>
      <p:sp>
        <p:nvSpPr>
          <p:cNvPr id="11" name="Rectangle 10"/>
          <p:cNvSpPr/>
          <p:nvPr/>
        </p:nvSpPr>
        <p:spPr>
          <a:xfrm>
            <a:off x="2368167" y="410468"/>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2" name="Flèche droite 11"/>
          <p:cNvSpPr/>
          <p:nvPr/>
        </p:nvSpPr>
        <p:spPr>
          <a:xfrm>
            <a:off x="4348675" y="2281761"/>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Étoile à 10 branches 12"/>
          <p:cNvSpPr/>
          <p:nvPr/>
        </p:nvSpPr>
        <p:spPr>
          <a:xfrm>
            <a:off x="8329612" y="4357688"/>
            <a:ext cx="814387" cy="785812"/>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31</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63142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004" y="2067902"/>
            <a:ext cx="2865368" cy="1310754"/>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7082" y="1785938"/>
            <a:ext cx="4084674" cy="1874682"/>
          </a:xfrm>
          <a:prstGeom prst="rect">
            <a:avLst/>
          </a:prstGeom>
        </p:spPr>
      </p:pic>
      <p:sp>
        <p:nvSpPr>
          <p:cNvPr id="12" name="Rectangle 11"/>
          <p:cNvSpPr/>
          <p:nvPr/>
        </p:nvSpPr>
        <p:spPr>
          <a:xfrm>
            <a:off x="2368167" y="410468"/>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3" name="Flèche droite 12"/>
          <p:cNvSpPr/>
          <p:nvPr/>
        </p:nvSpPr>
        <p:spPr>
          <a:xfrm>
            <a:off x="3677814" y="2550493"/>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Étoile à 10 branches 13"/>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32</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15421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0951" y="925662"/>
            <a:ext cx="3139712" cy="3863675"/>
          </a:xfrm>
          <a:prstGeom prst="rect">
            <a:avLst/>
          </a:prstGeom>
        </p:spPr>
      </p:pic>
      <p:pic>
        <p:nvPicPr>
          <p:cNvPr id="12" name="Imag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696" y="1711588"/>
            <a:ext cx="2842506" cy="1234547"/>
          </a:xfrm>
          <a:prstGeom prst="rect">
            <a:avLst/>
          </a:prstGeom>
        </p:spPr>
      </p:pic>
      <p:sp>
        <p:nvSpPr>
          <p:cNvPr id="13" name="Rectangle 12"/>
          <p:cNvSpPr/>
          <p:nvPr/>
        </p:nvSpPr>
        <p:spPr>
          <a:xfrm>
            <a:off x="2368167" y="410468"/>
            <a:ext cx="4269118" cy="369332"/>
          </a:xfrm>
          <a:prstGeom prst="rect">
            <a:avLst/>
          </a:prstGeom>
        </p:spPr>
        <p:txBody>
          <a:bodyPr wrap="none">
            <a:spAutoFit/>
          </a:bodyPr>
          <a:lstStyle/>
          <a:p>
            <a:pPr algn="ctr"/>
            <a:r>
              <a:rPr lang="fr-FR" sz="1800" b="1" dirty="0" smtClean="0">
                <a:solidFill>
                  <a:schemeClr val="accent6"/>
                </a:solidFill>
                <a:latin typeface="Times New Roman" panose="02020603050405020304" pitchFamily="18" charset="0"/>
                <a:cs typeface="Times New Roman" panose="02020603050405020304" pitchFamily="18" charset="0"/>
              </a:rPr>
              <a:t>3. </a:t>
            </a:r>
            <a:r>
              <a:rPr lang="fr-FR" sz="1800" b="1" dirty="0">
                <a:solidFill>
                  <a:schemeClr val="accent6"/>
                </a:solidFill>
                <a:latin typeface="Times New Roman" panose="02020603050405020304" pitchFamily="18" charset="0"/>
                <a:cs typeface="Times New Roman" panose="02020603050405020304" pitchFamily="18" charset="0"/>
              </a:rPr>
              <a:t>Création d’un groupe local de domaine</a:t>
            </a:r>
            <a:endParaRPr lang="fr-FR" sz="1800" dirty="0">
              <a:solidFill>
                <a:schemeClr val="accent6"/>
              </a:solidFill>
            </a:endParaRPr>
          </a:p>
        </p:txBody>
      </p:sp>
      <p:sp>
        <p:nvSpPr>
          <p:cNvPr id="14" name="Flèche droite 13"/>
          <p:cNvSpPr/>
          <p:nvPr/>
        </p:nvSpPr>
        <p:spPr>
          <a:xfrm>
            <a:off x="3757613" y="2242468"/>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Étoile à 10 branches 14"/>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33</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1357887"/>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165" y="804665"/>
            <a:ext cx="3367676" cy="3417291"/>
          </a:xfrm>
          <a:prstGeom prst="rect">
            <a:avLst/>
          </a:prstGeom>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658" y="1353511"/>
            <a:ext cx="3494024" cy="2469049"/>
          </a:xfrm>
          <a:prstGeom prst="rect">
            <a:avLst/>
          </a:prstGeom>
        </p:spPr>
      </p:pic>
      <p:sp>
        <p:nvSpPr>
          <p:cNvPr id="11" name="Rectangle 10"/>
          <p:cNvSpPr/>
          <p:nvPr/>
        </p:nvSpPr>
        <p:spPr>
          <a:xfrm>
            <a:off x="3527631" y="124719"/>
            <a:ext cx="2159566" cy="523220"/>
          </a:xfrm>
          <a:prstGeom prst="rect">
            <a:avLst/>
          </a:prstGeom>
        </p:spPr>
        <p:txBody>
          <a:bodyPr wrap="none">
            <a:spAutoFit/>
          </a:bodyPr>
          <a:lstStyle/>
          <a:p>
            <a:pPr algn="ctr"/>
            <a:r>
              <a:rPr lang="fr-FR" sz="2800" b="1" dirty="0" smtClean="0">
                <a:solidFill>
                  <a:schemeClr val="accent6"/>
                </a:solidFill>
                <a:latin typeface="Times New Roman" panose="02020603050405020304" pitchFamily="18" charset="0"/>
                <a:cs typeface="Times New Roman" panose="02020603050405020304" pitchFamily="18" charset="0"/>
              </a:rPr>
              <a:t>Phase de test</a:t>
            </a:r>
            <a:endParaRPr lang="fr-FR" sz="2800" dirty="0">
              <a:solidFill>
                <a:schemeClr val="accent6"/>
              </a:solidFill>
            </a:endParaRPr>
          </a:p>
        </p:txBody>
      </p:sp>
      <p:sp>
        <p:nvSpPr>
          <p:cNvPr id="12" name="Flèche droite 11"/>
          <p:cNvSpPr/>
          <p:nvPr/>
        </p:nvSpPr>
        <p:spPr>
          <a:xfrm>
            <a:off x="4323837" y="2340524"/>
            <a:ext cx="885825" cy="1727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Étoile à 10 branches 12"/>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34</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115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725;p31">
            <a:extLst>
              <a:ext uri="{FF2B5EF4-FFF2-40B4-BE49-F238E27FC236}">
                <a16:creationId xmlns="" xmlns:a16="http://schemas.microsoft.com/office/drawing/2014/main" id="{8729F7BB-0D4F-998C-5854-CEE794758FEF}"/>
              </a:ext>
            </a:extLst>
          </p:cNvPr>
          <p:cNvSpPr txBox="1">
            <a:spLocks noGrp="1"/>
          </p:cNvSpPr>
          <p:nvPr>
            <p:ph type="title"/>
          </p:nvPr>
        </p:nvSpPr>
        <p:spPr>
          <a:xfrm>
            <a:off x="720000" y="368275"/>
            <a:ext cx="7704000" cy="572700"/>
          </a:xfrm>
          <a:prstGeom prst="rect">
            <a:avLst/>
          </a:prstGeom>
          <a:noFill/>
        </p:spPr>
        <p:txBody>
          <a:bodyPr spcFirstLastPara="1" wrap="square" lIns="91425" tIns="91425" rIns="91425" bIns="91425" anchor="ctr" anchorCtr="0">
            <a:noAutofit/>
          </a:bodyPr>
          <a:lstStyle/>
          <a:p>
            <a:pPr marL="0" lvl="0" indent="0" algn="ctr" rtl="0">
              <a:spcBef>
                <a:spcPts val="0"/>
              </a:spcBef>
              <a:spcAft>
                <a:spcPts val="0"/>
              </a:spcAft>
              <a:buNone/>
            </a:pPr>
            <a:r>
              <a:rPr lang="fr-FR" sz="3600" b="1" dirty="0">
                <a:solidFill>
                  <a:schemeClr val="accent6"/>
                </a:solidFill>
                <a:latin typeface="Times New Roman" panose="02020603050405020304" pitchFamily="18" charset="0"/>
                <a:cs typeface="Times New Roman" panose="02020603050405020304" pitchFamily="18" charset="0"/>
              </a:rPr>
              <a:t> </a:t>
            </a:r>
            <a:r>
              <a:rPr lang="fr-FR" sz="3600" b="1" dirty="0" smtClean="0">
                <a:solidFill>
                  <a:schemeClr val="accent6"/>
                </a:solidFill>
                <a:latin typeface="Times New Roman" panose="02020603050405020304" pitchFamily="18" charset="0"/>
                <a:cs typeface="Times New Roman" panose="02020603050405020304" pitchFamily="18" charset="0"/>
              </a:rPr>
              <a:t>IV</a:t>
            </a:r>
            <a:r>
              <a:rPr lang="fr-FR" sz="3600" b="1" dirty="0" smtClean="0">
                <a:solidFill>
                  <a:schemeClr val="accent6"/>
                </a:solidFill>
                <a:latin typeface="Times New Roman" panose="02020603050405020304" pitchFamily="18" charset="0"/>
                <a:cs typeface="Times New Roman" panose="02020603050405020304" pitchFamily="18" charset="0"/>
              </a:rPr>
              <a:t>. Conclusion</a:t>
            </a:r>
            <a:endParaRPr dirty="0">
              <a:solidFill>
                <a:schemeClr val="accent6"/>
              </a:solidFill>
            </a:endParaRPr>
          </a:p>
        </p:txBody>
      </p:sp>
      <p:sp>
        <p:nvSpPr>
          <p:cNvPr id="11" name="Rectangle 10"/>
          <p:cNvSpPr/>
          <p:nvPr/>
        </p:nvSpPr>
        <p:spPr>
          <a:xfrm>
            <a:off x="614362" y="1340644"/>
            <a:ext cx="8038238" cy="2264081"/>
          </a:xfrm>
          <a:prstGeom prst="rect">
            <a:avLst/>
          </a:prstGeom>
        </p:spPr>
        <p:txBody>
          <a:bodyPr wrap="square">
            <a:spAutoFit/>
          </a:bodyPr>
          <a:lstStyle/>
          <a:p>
            <a:pPr algn="just">
              <a:lnSpc>
                <a:spcPct val="150000"/>
              </a:lnSpc>
            </a:pPr>
            <a:r>
              <a:rPr lang="fr-FR" sz="1600" dirty="0" smtClean="0">
                <a:solidFill>
                  <a:schemeClr val="accent6"/>
                </a:solidFill>
                <a:latin typeface="Times New Roman" panose="02020603050405020304" pitchFamily="18" charset="0"/>
                <a:cs typeface="Times New Roman" panose="02020603050405020304" pitchFamily="18" charset="0"/>
              </a:rPr>
              <a:t>	L'implémentation </a:t>
            </a:r>
            <a:r>
              <a:rPr lang="fr-FR" sz="1600" dirty="0">
                <a:solidFill>
                  <a:schemeClr val="accent6"/>
                </a:solidFill>
                <a:latin typeface="Times New Roman" panose="02020603050405020304" pitchFamily="18" charset="0"/>
                <a:cs typeface="Times New Roman" panose="02020603050405020304" pitchFamily="18" charset="0"/>
              </a:rPr>
              <a:t>des services Active Directory et des consoles MMC dans un domaine d'entreprise offre une gestion centralisée et efficace des utilisateurs, des groupes, et des ressources. À travers les exercices réalisés, nous avons exploré des aspects essentiels comme la création d'unités d'organisation, la délégation de contrôle, et l'administration des groupes locaux de domaine. Ces configurations permettent d'assurer une meilleure sécurité, une répartition claire des responsabilités, et une personnalisation adaptée aux besoins de l'entreprise.</a:t>
            </a:r>
          </a:p>
        </p:txBody>
      </p:sp>
      <p:sp>
        <p:nvSpPr>
          <p:cNvPr id="12" name="Étoile à 10 branches 11"/>
          <p:cNvSpPr/>
          <p:nvPr/>
        </p:nvSpPr>
        <p:spPr>
          <a:xfrm>
            <a:off x="8165306" y="4247285"/>
            <a:ext cx="978694" cy="896215"/>
          </a:xfrm>
          <a:prstGeom prst="star10">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Times New Roman" panose="02020603050405020304" pitchFamily="18" charset="0"/>
                <a:cs typeface="Times New Roman" panose="02020603050405020304" pitchFamily="18" charset="0"/>
              </a:rPr>
              <a:t>35</a:t>
            </a:r>
            <a:endParaRPr lang="fr-F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909254"/>
      </p:ext>
    </p:extLst>
  </p:cSld>
  <p:clrMapOvr>
    <a:masterClrMapping/>
  </p:clrMapOvr>
  <p:transition spd="slow">
    <p:cove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p47"/>
          <p:cNvSpPr/>
          <p:nvPr/>
        </p:nvSpPr>
        <p:spPr>
          <a:xfrm>
            <a:off x="0" y="0"/>
            <a:ext cx="2952300" cy="514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3" name="Google Shape;1203;p47"/>
          <p:cNvGrpSpPr/>
          <p:nvPr/>
        </p:nvGrpSpPr>
        <p:grpSpPr>
          <a:xfrm>
            <a:off x="140123" y="2368278"/>
            <a:ext cx="1451138" cy="2380607"/>
            <a:chOff x="8254723" y="1732003"/>
            <a:chExt cx="1451138" cy="2380607"/>
          </a:xfrm>
        </p:grpSpPr>
        <p:sp>
          <p:nvSpPr>
            <p:cNvPr id="1204" name="Google Shape;1204;p47"/>
            <p:cNvSpPr/>
            <p:nvPr/>
          </p:nvSpPr>
          <p:spPr>
            <a:xfrm>
              <a:off x="8303362" y="1732003"/>
              <a:ext cx="1106093" cy="1380212"/>
            </a:xfrm>
            <a:custGeom>
              <a:avLst/>
              <a:gdLst/>
              <a:ahLst/>
              <a:cxnLst/>
              <a:rect l="l" t="t" r="r" b="b"/>
              <a:pathLst>
                <a:path w="17375" h="21681" extrusionOk="0">
                  <a:moveTo>
                    <a:pt x="17306" y="1"/>
                  </a:moveTo>
                  <a:cubicBezTo>
                    <a:pt x="17292" y="1"/>
                    <a:pt x="17278" y="7"/>
                    <a:pt x="17266" y="18"/>
                  </a:cubicBezTo>
                  <a:lnTo>
                    <a:pt x="8449" y="8828"/>
                  </a:lnTo>
                  <a:lnTo>
                    <a:pt x="7906" y="8812"/>
                  </a:lnTo>
                  <a:lnTo>
                    <a:pt x="5820" y="10898"/>
                  </a:lnTo>
                  <a:lnTo>
                    <a:pt x="5836" y="11449"/>
                  </a:lnTo>
                  <a:lnTo>
                    <a:pt x="5285" y="11992"/>
                  </a:lnTo>
                  <a:cubicBezTo>
                    <a:pt x="5277" y="12007"/>
                    <a:pt x="5270" y="12023"/>
                    <a:pt x="5270" y="12038"/>
                  </a:cubicBezTo>
                  <a:lnTo>
                    <a:pt x="5270" y="16520"/>
                  </a:lnTo>
                  <a:lnTo>
                    <a:pt x="1005" y="20786"/>
                  </a:lnTo>
                  <a:cubicBezTo>
                    <a:pt x="902" y="20706"/>
                    <a:pt x="796" y="20672"/>
                    <a:pt x="695" y="20672"/>
                  </a:cubicBezTo>
                  <a:cubicBezTo>
                    <a:pt x="306" y="20672"/>
                    <a:pt x="1" y="21179"/>
                    <a:pt x="345" y="21530"/>
                  </a:cubicBezTo>
                  <a:cubicBezTo>
                    <a:pt x="453" y="21635"/>
                    <a:pt x="575" y="21680"/>
                    <a:pt x="692" y="21680"/>
                  </a:cubicBezTo>
                  <a:cubicBezTo>
                    <a:pt x="1059" y="21680"/>
                    <a:pt x="1383" y="21247"/>
                    <a:pt x="1090" y="20871"/>
                  </a:cubicBezTo>
                  <a:lnTo>
                    <a:pt x="5378" y="16582"/>
                  </a:lnTo>
                  <a:cubicBezTo>
                    <a:pt x="5386" y="16575"/>
                    <a:pt x="5394" y="16559"/>
                    <a:pt x="5394" y="16544"/>
                  </a:cubicBezTo>
                  <a:lnTo>
                    <a:pt x="5394" y="12061"/>
                  </a:lnTo>
                  <a:lnTo>
                    <a:pt x="17352" y="104"/>
                  </a:lnTo>
                  <a:cubicBezTo>
                    <a:pt x="17375" y="80"/>
                    <a:pt x="17375" y="41"/>
                    <a:pt x="17352" y="18"/>
                  </a:cubicBezTo>
                  <a:cubicBezTo>
                    <a:pt x="17336" y="7"/>
                    <a:pt x="17321" y="1"/>
                    <a:pt x="17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5" name="Google Shape;1205;p47"/>
            <p:cNvGrpSpPr/>
            <p:nvPr/>
          </p:nvGrpSpPr>
          <p:grpSpPr>
            <a:xfrm>
              <a:off x="8254723" y="2318250"/>
              <a:ext cx="1451130" cy="1794361"/>
              <a:chOff x="4014448" y="22350"/>
              <a:chExt cx="1451130" cy="1794361"/>
            </a:xfrm>
          </p:grpSpPr>
          <p:sp>
            <p:nvSpPr>
              <p:cNvPr id="1206" name="Google Shape;1206;p47"/>
              <p:cNvSpPr/>
              <p:nvPr/>
            </p:nvSpPr>
            <p:spPr>
              <a:xfrm>
                <a:off x="4014448" y="202866"/>
                <a:ext cx="1451130" cy="1613845"/>
              </a:xfrm>
              <a:custGeom>
                <a:avLst/>
                <a:gdLst/>
                <a:ahLst/>
                <a:cxnLst/>
                <a:rect l="l" t="t" r="r" b="b"/>
                <a:pathLst>
                  <a:path w="22795" h="25351" extrusionOk="0">
                    <a:moveTo>
                      <a:pt x="22707" y="0"/>
                    </a:moveTo>
                    <a:cubicBezTo>
                      <a:pt x="22694" y="0"/>
                      <a:pt x="22680" y="5"/>
                      <a:pt x="22667" y="17"/>
                    </a:cubicBezTo>
                    <a:lnTo>
                      <a:pt x="3187" y="19497"/>
                    </a:lnTo>
                    <a:cubicBezTo>
                      <a:pt x="3172" y="19505"/>
                      <a:pt x="3164" y="19521"/>
                      <a:pt x="3164" y="19544"/>
                    </a:cubicBezTo>
                    <a:lnTo>
                      <a:pt x="3164" y="22258"/>
                    </a:lnTo>
                    <a:lnTo>
                      <a:pt x="962" y="24468"/>
                    </a:lnTo>
                    <a:cubicBezTo>
                      <a:pt x="877" y="24398"/>
                      <a:pt x="768" y="24360"/>
                      <a:pt x="659" y="24360"/>
                    </a:cubicBezTo>
                    <a:cubicBezTo>
                      <a:pt x="217" y="24360"/>
                      <a:pt x="0" y="24895"/>
                      <a:pt x="310" y="25205"/>
                    </a:cubicBezTo>
                    <a:cubicBezTo>
                      <a:pt x="411" y="25306"/>
                      <a:pt x="534" y="25351"/>
                      <a:pt x="655" y="25351"/>
                    </a:cubicBezTo>
                    <a:cubicBezTo>
                      <a:pt x="907" y="25351"/>
                      <a:pt x="1148" y="25155"/>
                      <a:pt x="1148" y="24856"/>
                    </a:cubicBezTo>
                    <a:cubicBezTo>
                      <a:pt x="1148" y="24747"/>
                      <a:pt x="1109" y="24639"/>
                      <a:pt x="1047" y="24554"/>
                    </a:cubicBezTo>
                    <a:lnTo>
                      <a:pt x="3273" y="22328"/>
                    </a:lnTo>
                    <a:cubicBezTo>
                      <a:pt x="3288" y="22312"/>
                      <a:pt x="3288" y="22297"/>
                      <a:pt x="3288" y="22281"/>
                    </a:cubicBezTo>
                    <a:lnTo>
                      <a:pt x="3288" y="19567"/>
                    </a:lnTo>
                    <a:lnTo>
                      <a:pt x="6972" y="15891"/>
                    </a:lnTo>
                    <a:lnTo>
                      <a:pt x="7522" y="15907"/>
                    </a:lnTo>
                    <a:lnTo>
                      <a:pt x="9608" y="13821"/>
                    </a:lnTo>
                    <a:lnTo>
                      <a:pt x="9585" y="13270"/>
                    </a:lnTo>
                    <a:lnTo>
                      <a:pt x="22753" y="103"/>
                    </a:lnTo>
                    <a:cubicBezTo>
                      <a:pt x="22795" y="61"/>
                      <a:pt x="22753" y="0"/>
                      <a:pt x="227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7"/>
              <p:cNvSpPr/>
              <p:nvPr/>
            </p:nvSpPr>
            <p:spPr>
              <a:xfrm>
                <a:off x="5346094" y="22350"/>
                <a:ext cx="42525" cy="42589"/>
              </a:xfrm>
              <a:custGeom>
                <a:avLst/>
                <a:gdLst/>
                <a:ahLst/>
                <a:cxnLst/>
                <a:rect l="l" t="t" r="r" b="b"/>
                <a:pathLst>
                  <a:path w="668" h="669" extrusionOk="0">
                    <a:moveTo>
                      <a:pt x="325" y="1"/>
                    </a:moveTo>
                    <a:cubicBezTo>
                      <a:pt x="242" y="1"/>
                      <a:pt x="162" y="37"/>
                      <a:pt x="101" y="103"/>
                    </a:cubicBezTo>
                    <a:cubicBezTo>
                      <a:pt x="86" y="118"/>
                      <a:pt x="70" y="134"/>
                      <a:pt x="55" y="149"/>
                    </a:cubicBezTo>
                    <a:cubicBezTo>
                      <a:pt x="47" y="172"/>
                      <a:pt x="31" y="188"/>
                      <a:pt x="24" y="211"/>
                    </a:cubicBezTo>
                    <a:cubicBezTo>
                      <a:pt x="16" y="227"/>
                      <a:pt x="8" y="250"/>
                      <a:pt x="8" y="273"/>
                    </a:cubicBezTo>
                    <a:cubicBezTo>
                      <a:pt x="0" y="289"/>
                      <a:pt x="0" y="312"/>
                      <a:pt x="0" y="335"/>
                    </a:cubicBezTo>
                    <a:cubicBezTo>
                      <a:pt x="0" y="521"/>
                      <a:pt x="148" y="669"/>
                      <a:pt x="334" y="669"/>
                    </a:cubicBezTo>
                    <a:cubicBezTo>
                      <a:pt x="357" y="669"/>
                      <a:pt x="380" y="669"/>
                      <a:pt x="396" y="661"/>
                    </a:cubicBezTo>
                    <a:cubicBezTo>
                      <a:pt x="419" y="661"/>
                      <a:pt x="442" y="653"/>
                      <a:pt x="458" y="645"/>
                    </a:cubicBezTo>
                    <a:cubicBezTo>
                      <a:pt x="481" y="638"/>
                      <a:pt x="497" y="622"/>
                      <a:pt x="520" y="614"/>
                    </a:cubicBezTo>
                    <a:cubicBezTo>
                      <a:pt x="535" y="599"/>
                      <a:pt x="551" y="583"/>
                      <a:pt x="566" y="576"/>
                    </a:cubicBezTo>
                    <a:cubicBezTo>
                      <a:pt x="628" y="506"/>
                      <a:pt x="667" y="421"/>
                      <a:pt x="667" y="335"/>
                    </a:cubicBezTo>
                    <a:cubicBezTo>
                      <a:pt x="667" y="312"/>
                      <a:pt x="667" y="289"/>
                      <a:pt x="660" y="273"/>
                    </a:cubicBezTo>
                    <a:cubicBezTo>
                      <a:pt x="652" y="250"/>
                      <a:pt x="652" y="227"/>
                      <a:pt x="644" y="211"/>
                    </a:cubicBezTo>
                    <a:cubicBezTo>
                      <a:pt x="636" y="188"/>
                      <a:pt x="621" y="172"/>
                      <a:pt x="613" y="149"/>
                    </a:cubicBezTo>
                    <a:cubicBezTo>
                      <a:pt x="597" y="134"/>
                      <a:pt x="582" y="118"/>
                      <a:pt x="566" y="103"/>
                    </a:cubicBezTo>
                    <a:cubicBezTo>
                      <a:pt x="551" y="87"/>
                      <a:pt x="535" y="72"/>
                      <a:pt x="520" y="56"/>
                    </a:cubicBezTo>
                    <a:cubicBezTo>
                      <a:pt x="497" y="48"/>
                      <a:pt x="481" y="33"/>
                      <a:pt x="458" y="33"/>
                    </a:cubicBezTo>
                    <a:cubicBezTo>
                      <a:pt x="415" y="11"/>
                      <a:pt x="370" y="1"/>
                      <a:pt x="3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7"/>
              <p:cNvSpPr/>
              <p:nvPr/>
            </p:nvSpPr>
            <p:spPr>
              <a:xfrm>
                <a:off x="4373036" y="988528"/>
                <a:ext cx="56848" cy="42525"/>
              </a:xfrm>
              <a:custGeom>
                <a:avLst/>
                <a:gdLst/>
                <a:ahLst/>
                <a:cxnLst/>
                <a:rect l="l" t="t" r="r" b="b"/>
                <a:pathLst>
                  <a:path w="893" h="668" extrusionOk="0">
                    <a:moveTo>
                      <a:pt x="443" y="1"/>
                    </a:moveTo>
                    <a:cubicBezTo>
                      <a:pt x="148" y="1"/>
                      <a:pt x="1" y="358"/>
                      <a:pt x="210" y="567"/>
                    </a:cubicBezTo>
                    <a:cubicBezTo>
                      <a:pt x="272" y="629"/>
                      <a:pt x="357" y="668"/>
                      <a:pt x="443" y="668"/>
                    </a:cubicBezTo>
                    <a:cubicBezTo>
                      <a:pt x="536" y="668"/>
                      <a:pt x="621" y="629"/>
                      <a:pt x="683" y="567"/>
                    </a:cubicBezTo>
                    <a:cubicBezTo>
                      <a:pt x="892" y="358"/>
                      <a:pt x="745" y="1"/>
                      <a:pt x="4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7"/>
              <p:cNvSpPr/>
              <p:nvPr/>
            </p:nvSpPr>
            <p:spPr>
              <a:xfrm>
                <a:off x="4265895" y="1095732"/>
                <a:ext cx="53920" cy="42461"/>
              </a:xfrm>
              <a:custGeom>
                <a:avLst/>
                <a:gdLst/>
                <a:ahLst/>
                <a:cxnLst/>
                <a:rect l="l" t="t" r="r" b="b"/>
                <a:pathLst>
                  <a:path w="847" h="667" extrusionOk="0">
                    <a:moveTo>
                      <a:pt x="444" y="0"/>
                    </a:moveTo>
                    <a:cubicBezTo>
                      <a:pt x="360" y="0"/>
                      <a:pt x="275" y="32"/>
                      <a:pt x="210" y="100"/>
                    </a:cubicBezTo>
                    <a:cubicBezTo>
                      <a:pt x="1" y="310"/>
                      <a:pt x="148" y="667"/>
                      <a:pt x="443" y="667"/>
                    </a:cubicBezTo>
                    <a:cubicBezTo>
                      <a:pt x="683" y="667"/>
                      <a:pt x="846" y="426"/>
                      <a:pt x="753" y="209"/>
                    </a:cubicBezTo>
                    <a:cubicBezTo>
                      <a:pt x="697" y="74"/>
                      <a:pt x="571" y="0"/>
                      <a:pt x="4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7"/>
              <p:cNvSpPr/>
              <p:nvPr/>
            </p:nvSpPr>
            <p:spPr>
              <a:xfrm>
                <a:off x="4801093" y="558818"/>
                <a:ext cx="59076" cy="42780"/>
              </a:xfrm>
              <a:custGeom>
                <a:avLst/>
                <a:gdLst/>
                <a:ahLst/>
                <a:cxnLst/>
                <a:rect l="l" t="t" r="r" b="b"/>
                <a:pathLst>
                  <a:path w="928" h="672" extrusionOk="0">
                    <a:moveTo>
                      <a:pt x="473" y="0"/>
                    </a:moveTo>
                    <a:cubicBezTo>
                      <a:pt x="430" y="0"/>
                      <a:pt x="386" y="9"/>
                      <a:pt x="341" y="27"/>
                    </a:cubicBezTo>
                    <a:cubicBezTo>
                      <a:pt x="0" y="167"/>
                      <a:pt x="101" y="671"/>
                      <a:pt x="465" y="671"/>
                    </a:cubicBezTo>
                    <a:cubicBezTo>
                      <a:pt x="551" y="671"/>
                      <a:pt x="636" y="640"/>
                      <a:pt x="706" y="578"/>
                    </a:cubicBezTo>
                    <a:cubicBezTo>
                      <a:pt x="927" y="350"/>
                      <a:pt x="742" y="0"/>
                      <a:pt x="4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7"/>
              <p:cNvSpPr/>
              <p:nvPr/>
            </p:nvSpPr>
            <p:spPr>
              <a:xfrm>
                <a:off x="4586619" y="773546"/>
                <a:ext cx="59013" cy="42780"/>
              </a:xfrm>
              <a:custGeom>
                <a:avLst/>
                <a:gdLst/>
                <a:ahLst/>
                <a:cxnLst/>
                <a:rect l="l" t="t" r="r" b="b"/>
                <a:pathLst>
                  <a:path w="927" h="672" extrusionOk="0">
                    <a:moveTo>
                      <a:pt x="454" y="0"/>
                    </a:moveTo>
                    <a:cubicBezTo>
                      <a:pt x="184" y="0"/>
                      <a:pt x="0" y="349"/>
                      <a:pt x="228" y="571"/>
                    </a:cubicBezTo>
                    <a:cubicBezTo>
                      <a:pt x="290" y="633"/>
                      <a:pt x="376" y="671"/>
                      <a:pt x="461" y="671"/>
                    </a:cubicBezTo>
                    <a:cubicBezTo>
                      <a:pt x="826" y="671"/>
                      <a:pt x="926" y="167"/>
                      <a:pt x="585" y="28"/>
                    </a:cubicBezTo>
                    <a:cubicBezTo>
                      <a:pt x="540" y="9"/>
                      <a:pt x="496" y="0"/>
                      <a:pt x="4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7"/>
              <p:cNvSpPr/>
              <p:nvPr/>
            </p:nvSpPr>
            <p:spPr>
              <a:xfrm>
                <a:off x="4694906" y="666659"/>
                <a:ext cx="56848" cy="42525"/>
              </a:xfrm>
              <a:custGeom>
                <a:avLst/>
                <a:gdLst/>
                <a:ahLst/>
                <a:cxnLst/>
                <a:rect l="l" t="t" r="r" b="b"/>
                <a:pathLst>
                  <a:path w="893" h="668" extrusionOk="0">
                    <a:moveTo>
                      <a:pt x="451" y="1"/>
                    </a:moveTo>
                    <a:cubicBezTo>
                      <a:pt x="148" y="1"/>
                      <a:pt x="1" y="357"/>
                      <a:pt x="210" y="567"/>
                    </a:cubicBezTo>
                    <a:cubicBezTo>
                      <a:pt x="272" y="629"/>
                      <a:pt x="358" y="668"/>
                      <a:pt x="451" y="668"/>
                    </a:cubicBezTo>
                    <a:cubicBezTo>
                      <a:pt x="536" y="668"/>
                      <a:pt x="621" y="629"/>
                      <a:pt x="683" y="567"/>
                    </a:cubicBezTo>
                    <a:cubicBezTo>
                      <a:pt x="893" y="357"/>
                      <a:pt x="745" y="1"/>
                      <a:pt x="4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7"/>
              <p:cNvSpPr/>
              <p:nvPr/>
            </p:nvSpPr>
            <p:spPr>
              <a:xfrm>
                <a:off x="5016076" y="344091"/>
                <a:ext cx="59013" cy="42716"/>
              </a:xfrm>
              <a:custGeom>
                <a:avLst/>
                <a:gdLst/>
                <a:ahLst/>
                <a:cxnLst/>
                <a:rect l="l" t="t" r="r" b="b"/>
                <a:pathLst>
                  <a:path w="927" h="671" extrusionOk="0">
                    <a:moveTo>
                      <a:pt x="456" y="0"/>
                    </a:moveTo>
                    <a:cubicBezTo>
                      <a:pt x="186" y="0"/>
                      <a:pt x="1" y="356"/>
                      <a:pt x="229" y="578"/>
                    </a:cubicBezTo>
                    <a:cubicBezTo>
                      <a:pt x="291" y="640"/>
                      <a:pt x="376" y="671"/>
                      <a:pt x="462" y="671"/>
                    </a:cubicBezTo>
                    <a:cubicBezTo>
                      <a:pt x="826" y="671"/>
                      <a:pt x="927" y="167"/>
                      <a:pt x="586" y="27"/>
                    </a:cubicBezTo>
                    <a:cubicBezTo>
                      <a:pt x="541" y="9"/>
                      <a:pt x="498" y="0"/>
                      <a:pt x="4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7"/>
              <p:cNvSpPr/>
              <p:nvPr/>
            </p:nvSpPr>
            <p:spPr>
              <a:xfrm>
                <a:off x="4479477" y="881132"/>
                <a:ext cx="58504" cy="42334"/>
              </a:xfrm>
              <a:custGeom>
                <a:avLst/>
                <a:gdLst/>
                <a:ahLst/>
                <a:cxnLst/>
                <a:rect l="l" t="t" r="r" b="b"/>
                <a:pathLst>
                  <a:path w="919" h="665" extrusionOk="0">
                    <a:moveTo>
                      <a:pt x="454" y="1"/>
                    </a:moveTo>
                    <a:cubicBezTo>
                      <a:pt x="184" y="1"/>
                      <a:pt x="1" y="350"/>
                      <a:pt x="229" y="571"/>
                    </a:cubicBezTo>
                    <a:cubicBezTo>
                      <a:pt x="291" y="633"/>
                      <a:pt x="368" y="664"/>
                      <a:pt x="461" y="664"/>
                    </a:cubicBezTo>
                    <a:cubicBezTo>
                      <a:pt x="826" y="664"/>
                      <a:pt x="919" y="168"/>
                      <a:pt x="585" y="28"/>
                    </a:cubicBezTo>
                    <a:cubicBezTo>
                      <a:pt x="540" y="9"/>
                      <a:pt x="496" y="1"/>
                      <a:pt x="4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7"/>
              <p:cNvSpPr/>
              <p:nvPr/>
            </p:nvSpPr>
            <p:spPr>
              <a:xfrm>
                <a:off x="4908934" y="451677"/>
                <a:ext cx="58567" cy="42780"/>
              </a:xfrm>
              <a:custGeom>
                <a:avLst/>
                <a:gdLst/>
                <a:ahLst/>
                <a:cxnLst/>
                <a:rect l="l" t="t" r="r" b="b"/>
                <a:pathLst>
                  <a:path w="920" h="672" extrusionOk="0">
                    <a:moveTo>
                      <a:pt x="452" y="0"/>
                    </a:moveTo>
                    <a:cubicBezTo>
                      <a:pt x="179" y="0"/>
                      <a:pt x="0" y="349"/>
                      <a:pt x="222" y="571"/>
                    </a:cubicBezTo>
                    <a:cubicBezTo>
                      <a:pt x="284" y="633"/>
                      <a:pt x="369" y="671"/>
                      <a:pt x="462" y="671"/>
                    </a:cubicBezTo>
                    <a:cubicBezTo>
                      <a:pt x="819" y="664"/>
                      <a:pt x="919" y="167"/>
                      <a:pt x="586" y="28"/>
                    </a:cubicBezTo>
                    <a:cubicBezTo>
                      <a:pt x="540" y="9"/>
                      <a:pt x="495" y="0"/>
                      <a:pt x="4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7"/>
              <p:cNvSpPr/>
              <p:nvPr/>
            </p:nvSpPr>
            <p:spPr>
              <a:xfrm>
                <a:off x="5231568" y="130064"/>
                <a:ext cx="56848" cy="42525"/>
              </a:xfrm>
              <a:custGeom>
                <a:avLst/>
                <a:gdLst/>
                <a:ahLst/>
                <a:cxnLst/>
                <a:rect l="l" t="t" r="r" b="b"/>
                <a:pathLst>
                  <a:path w="893" h="668" extrusionOk="0">
                    <a:moveTo>
                      <a:pt x="450" y="0"/>
                    </a:moveTo>
                    <a:cubicBezTo>
                      <a:pt x="155" y="0"/>
                      <a:pt x="0" y="357"/>
                      <a:pt x="210" y="574"/>
                    </a:cubicBezTo>
                    <a:cubicBezTo>
                      <a:pt x="272" y="636"/>
                      <a:pt x="357" y="667"/>
                      <a:pt x="450" y="667"/>
                    </a:cubicBezTo>
                    <a:cubicBezTo>
                      <a:pt x="535" y="667"/>
                      <a:pt x="621" y="636"/>
                      <a:pt x="683" y="574"/>
                    </a:cubicBezTo>
                    <a:cubicBezTo>
                      <a:pt x="892" y="357"/>
                      <a:pt x="745" y="0"/>
                      <a:pt x="4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7"/>
              <p:cNvSpPr/>
              <p:nvPr/>
            </p:nvSpPr>
            <p:spPr>
              <a:xfrm>
                <a:off x="5124427" y="237205"/>
                <a:ext cx="56848" cy="42461"/>
              </a:xfrm>
              <a:custGeom>
                <a:avLst/>
                <a:gdLst/>
                <a:ahLst/>
                <a:cxnLst/>
                <a:rect l="l" t="t" r="r" b="b"/>
                <a:pathLst>
                  <a:path w="893" h="667" extrusionOk="0">
                    <a:moveTo>
                      <a:pt x="442" y="0"/>
                    </a:moveTo>
                    <a:cubicBezTo>
                      <a:pt x="148" y="0"/>
                      <a:pt x="0" y="357"/>
                      <a:pt x="210" y="566"/>
                    </a:cubicBezTo>
                    <a:cubicBezTo>
                      <a:pt x="272" y="628"/>
                      <a:pt x="357" y="667"/>
                      <a:pt x="442" y="667"/>
                    </a:cubicBezTo>
                    <a:cubicBezTo>
                      <a:pt x="536" y="667"/>
                      <a:pt x="621" y="628"/>
                      <a:pt x="683" y="566"/>
                    </a:cubicBezTo>
                    <a:cubicBezTo>
                      <a:pt x="892" y="357"/>
                      <a:pt x="745" y="0"/>
                      <a:pt x="4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7"/>
              <p:cNvSpPr/>
              <p:nvPr/>
            </p:nvSpPr>
            <p:spPr>
              <a:xfrm>
                <a:off x="4165692" y="1202937"/>
                <a:ext cx="42016" cy="42398"/>
              </a:xfrm>
              <a:custGeom>
                <a:avLst/>
                <a:gdLst/>
                <a:ahLst/>
                <a:cxnLst/>
                <a:rect l="l" t="t" r="r" b="b"/>
                <a:pathLst>
                  <a:path w="660" h="666" extrusionOk="0">
                    <a:moveTo>
                      <a:pt x="330" y="0"/>
                    </a:moveTo>
                    <a:cubicBezTo>
                      <a:pt x="309" y="0"/>
                      <a:pt x="288" y="2"/>
                      <a:pt x="264" y="6"/>
                    </a:cubicBezTo>
                    <a:cubicBezTo>
                      <a:pt x="241" y="14"/>
                      <a:pt x="226" y="22"/>
                      <a:pt x="202" y="29"/>
                    </a:cubicBezTo>
                    <a:cubicBezTo>
                      <a:pt x="187" y="37"/>
                      <a:pt x="164" y="45"/>
                      <a:pt x="148" y="60"/>
                    </a:cubicBezTo>
                    <a:cubicBezTo>
                      <a:pt x="125" y="68"/>
                      <a:pt x="109" y="84"/>
                      <a:pt x="94" y="99"/>
                    </a:cubicBezTo>
                    <a:cubicBezTo>
                      <a:pt x="78" y="115"/>
                      <a:pt x="63" y="130"/>
                      <a:pt x="55" y="154"/>
                    </a:cubicBezTo>
                    <a:cubicBezTo>
                      <a:pt x="39" y="169"/>
                      <a:pt x="32" y="185"/>
                      <a:pt x="24" y="208"/>
                    </a:cubicBezTo>
                    <a:cubicBezTo>
                      <a:pt x="16" y="223"/>
                      <a:pt x="8" y="247"/>
                      <a:pt x="8" y="270"/>
                    </a:cubicBezTo>
                    <a:cubicBezTo>
                      <a:pt x="1" y="293"/>
                      <a:pt x="1" y="309"/>
                      <a:pt x="1" y="332"/>
                    </a:cubicBezTo>
                    <a:cubicBezTo>
                      <a:pt x="1" y="355"/>
                      <a:pt x="1" y="378"/>
                      <a:pt x="8" y="402"/>
                    </a:cubicBezTo>
                    <a:cubicBezTo>
                      <a:pt x="8" y="417"/>
                      <a:pt x="16" y="440"/>
                      <a:pt x="24" y="464"/>
                    </a:cubicBezTo>
                    <a:cubicBezTo>
                      <a:pt x="32" y="479"/>
                      <a:pt x="39" y="503"/>
                      <a:pt x="55" y="518"/>
                    </a:cubicBezTo>
                    <a:cubicBezTo>
                      <a:pt x="63" y="534"/>
                      <a:pt x="78" y="557"/>
                      <a:pt x="94" y="572"/>
                    </a:cubicBezTo>
                    <a:cubicBezTo>
                      <a:pt x="109" y="588"/>
                      <a:pt x="125" y="596"/>
                      <a:pt x="148" y="611"/>
                    </a:cubicBezTo>
                    <a:cubicBezTo>
                      <a:pt x="164" y="627"/>
                      <a:pt x="187" y="634"/>
                      <a:pt x="202" y="642"/>
                    </a:cubicBezTo>
                    <a:cubicBezTo>
                      <a:pt x="226" y="650"/>
                      <a:pt x="241" y="658"/>
                      <a:pt x="264" y="658"/>
                    </a:cubicBezTo>
                    <a:cubicBezTo>
                      <a:pt x="288" y="665"/>
                      <a:pt x="311" y="665"/>
                      <a:pt x="334" y="665"/>
                    </a:cubicBezTo>
                    <a:cubicBezTo>
                      <a:pt x="350" y="665"/>
                      <a:pt x="373" y="665"/>
                      <a:pt x="396" y="658"/>
                    </a:cubicBezTo>
                    <a:cubicBezTo>
                      <a:pt x="419" y="658"/>
                      <a:pt x="435" y="650"/>
                      <a:pt x="458" y="642"/>
                    </a:cubicBezTo>
                    <a:cubicBezTo>
                      <a:pt x="481" y="634"/>
                      <a:pt x="497" y="627"/>
                      <a:pt x="520" y="611"/>
                    </a:cubicBezTo>
                    <a:cubicBezTo>
                      <a:pt x="536" y="596"/>
                      <a:pt x="551" y="588"/>
                      <a:pt x="567" y="572"/>
                    </a:cubicBezTo>
                    <a:cubicBezTo>
                      <a:pt x="629" y="510"/>
                      <a:pt x="660" y="425"/>
                      <a:pt x="660" y="332"/>
                    </a:cubicBezTo>
                    <a:cubicBezTo>
                      <a:pt x="660" y="309"/>
                      <a:pt x="660" y="293"/>
                      <a:pt x="660" y="270"/>
                    </a:cubicBezTo>
                    <a:cubicBezTo>
                      <a:pt x="652" y="247"/>
                      <a:pt x="644" y="223"/>
                      <a:pt x="637" y="208"/>
                    </a:cubicBezTo>
                    <a:cubicBezTo>
                      <a:pt x="629" y="185"/>
                      <a:pt x="621" y="169"/>
                      <a:pt x="606" y="146"/>
                    </a:cubicBezTo>
                    <a:cubicBezTo>
                      <a:pt x="598" y="130"/>
                      <a:pt x="582" y="115"/>
                      <a:pt x="567" y="99"/>
                    </a:cubicBezTo>
                    <a:cubicBezTo>
                      <a:pt x="551" y="84"/>
                      <a:pt x="536" y="68"/>
                      <a:pt x="520" y="60"/>
                    </a:cubicBezTo>
                    <a:cubicBezTo>
                      <a:pt x="497" y="45"/>
                      <a:pt x="481" y="37"/>
                      <a:pt x="458" y="29"/>
                    </a:cubicBezTo>
                    <a:cubicBezTo>
                      <a:pt x="435" y="22"/>
                      <a:pt x="419" y="14"/>
                      <a:pt x="396" y="6"/>
                    </a:cubicBezTo>
                    <a:cubicBezTo>
                      <a:pt x="373" y="2"/>
                      <a:pt x="352" y="0"/>
                      <a:pt x="3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7"/>
              <p:cNvSpPr/>
              <p:nvPr/>
            </p:nvSpPr>
            <p:spPr>
              <a:xfrm>
                <a:off x="4444145" y="1579489"/>
                <a:ext cx="151129" cy="28201"/>
              </a:xfrm>
              <a:custGeom>
                <a:avLst/>
                <a:gdLst/>
                <a:ahLst/>
                <a:cxnLst/>
                <a:rect l="l" t="t" r="r" b="b"/>
                <a:pathLst>
                  <a:path w="2374" h="443" extrusionOk="0">
                    <a:moveTo>
                      <a:pt x="435" y="0"/>
                    </a:moveTo>
                    <a:lnTo>
                      <a:pt x="0" y="442"/>
                    </a:lnTo>
                    <a:lnTo>
                      <a:pt x="1939" y="442"/>
                    </a:lnTo>
                    <a:lnTo>
                      <a:pt x="23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7"/>
              <p:cNvSpPr/>
              <p:nvPr/>
            </p:nvSpPr>
            <p:spPr>
              <a:xfrm>
                <a:off x="4527541" y="1496539"/>
                <a:ext cx="151129" cy="27692"/>
              </a:xfrm>
              <a:custGeom>
                <a:avLst/>
                <a:gdLst/>
                <a:ahLst/>
                <a:cxnLst/>
                <a:rect l="l" t="t" r="r" b="b"/>
                <a:pathLst>
                  <a:path w="2374" h="435" extrusionOk="0">
                    <a:moveTo>
                      <a:pt x="435" y="1"/>
                    </a:moveTo>
                    <a:lnTo>
                      <a:pt x="1" y="435"/>
                    </a:lnTo>
                    <a:lnTo>
                      <a:pt x="1940" y="435"/>
                    </a:lnTo>
                    <a:lnTo>
                      <a:pt x="23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7"/>
              <p:cNvSpPr/>
              <p:nvPr/>
            </p:nvSpPr>
            <p:spPr>
              <a:xfrm>
                <a:off x="4610492" y="1413080"/>
                <a:ext cx="151638" cy="27756"/>
              </a:xfrm>
              <a:custGeom>
                <a:avLst/>
                <a:gdLst/>
                <a:ahLst/>
                <a:cxnLst/>
                <a:rect l="l" t="t" r="r" b="b"/>
                <a:pathLst>
                  <a:path w="2382" h="436" extrusionOk="0">
                    <a:moveTo>
                      <a:pt x="443" y="1"/>
                    </a:moveTo>
                    <a:lnTo>
                      <a:pt x="1" y="435"/>
                    </a:lnTo>
                    <a:lnTo>
                      <a:pt x="1939" y="435"/>
                    </a:lnTo>
                    <a:lnTo>
                      <a:pt x="23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7"/>
              <p:cNvSpPr/>
              <p:nvPr/>
            </p:nvSpPr>
            <p:spPr>
              <a:xfrm>
                <a:off x="4693951" y="1329685"/>
                <a:ext cx="151129" cy="28201"/>
              </a:xfrm>
              <a:custGeom>
                <a:avLst/>
                <a:gdLst/>
                <a:ahLst/>
                <a:cxnLst/>
                <a:rect l="l" t="t" r="r" b="b"/>
                <a:pathLst>
                  <a:path w="2374" h="443" extrusionOk="0">
                    <a:moveTo>
                      <a:pt x="435" y="0"/>
                    </a:moveTo>
                    <a:lnTo>
                      <a:pt x="0" y="442"/>
                    </a:lnTo>
                    <a:lnTo>
                      <a:pt x="1939" y="442"/>
                    </a:lnTo>
                    <a:lnTo>
                      <a:pt x="23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7"/>
              <p:cNvSpPr/>
              <p:nvPr/>
            </p:nvSpPr>
            <p:spPr>
              <a:xfrm>
                <a:off x="4777347" y="1246735"/>
                <a:ext cx="151129" cy="27692"/>
              </a:xfrm>
              <a:custGeom>
                <a:avLst/>
                <a:gdLst/>
                <a:ahLst/>
                <a:cxnLst/>
                <a:rect l="l" t="t" r="r" b="b"/>
                <a:pathLst>
                  <a:path w="2374" h="435" extrusionOk="0">
                    <a:moveTo>
                      <a:pt x="435" y="1"/>
                    </a:moveTo>
                    <a:lnTo>
                      <a:pt x="1" y="435"/>
                    </a:lnTo>
                    <a:lnTo>
                      <a:pt x="1940" y="435"/>
                    </a:lnTo>
                    <a:lnTo>
                      <a:pt x="23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7"/>
              <p:cNvSpPr/>
              <p:nvPr/>
            </p:nvSpPr>
            <p:spPr>
              <a:xfrm>
                <a:off x="4860297" y="1163340"/>
                <a:ext cx="151129" cy="27692"/>
              </a:xfrm>
              <a:custGeom>
                <a:avLst/>
                <a:gdLst/>
                <a:ahLst/>
                <a:cxnLst/>
                <a:rect l="l" t="t" r="r" b="b"/>
                <a:pathLst>
                  <a:path w="2374" h="435" extrusionOk="0">
                    <a:moveTo>
                      <a:pt x="443" y="0"/>
                    </a:moveTo>
                    <a:lnTo>
                      <a:pt x="1" y="434"/>
                    </a:lnTo>
                    <a:lnTo>
                      <a:pt x="1939" y="434"/>
                    </a:lnTo>
                    <a:lnTo>
                      <a:pt x="2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7"/>
              <p:cNvSpPr/>
              <p:nvPr/>
            </p:nvSpPr>
            <p:spPr>
              <a:xfrm>
                <a:off x="4943757" y="1079881"/>
                <a:ext cx="151129" cy="28201"/>
              </a:xfrm>
              <a:custGeom>
                <a:avLst/>
                <a:gdLst/>
                <a:ahLst/>
                <a:cxnLst/>
                <a:rect l="l" t="t" r="r" b="b"/>
                <a:pathLst>
                  <a:path w="2374" h="443" extrusionOk="0">
                    <a:moveTo>
                      <a:pt x="434" y="1"/>
                    </a:moveTo>
                    <a:lnTo>
                      <a:pt x="0" y="443"/>
                    </a:lnTo>
                    <a:lnTo>
                      <a:pt x="1939" y="443"/>
                    </a:lnTo>
                    <a:lnTo>
                      <a:pt x="23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6" name="Google Shape;1226;p47"/>
            <p:cNvSpPr/>
            <p:nvPr/>
          </p:nvSpPr>
          <p:spPr>
            <a:xfrm>
              <a:off x="9100581" y="3326952"/>
              <a:ext cx="605279" cy="604070"/>
            </a:xfrm>
            <a:custGeom>
              <a:avLst/>
              <a:gdLst/>
              <a:ahLst/>
              <a:cxnLst/>
              <a:rect l="l" t="t" r="r" b="b"/>
              <a:pathLst>
                <a:path w="9508" h="9489" extrusionOk="0">
                  <a:moveTo>
                    <a:pt x="9442" y="0"/>
                  </a:moveTo>
                  <a:cubicBezTo>
                    <a:pt x="9426" y="0"/>
                    <a:pt x="9411" y="6"/>
                    <a:pt x="9399" y="18"/>
                  </a:cubicBezTo>
                  <a:lnTo>
                    <a:pt x="31" y="9385"/>
                  </a:lnTo>
                  <a:cubicBezTo>
                    <a:pt x="0" y="9409"/>
                    <a:pt x="0" y="9447"/>
                    <a:pt x="31" y="9471"/>
                  </a:cubicBezTo>
                  <a:cubicBezTo>
                    <a:pt x="43" y="9482"/>
                    <a:pt x="58" y="9488"/>
                    <a:pt x="74" y="9488"/>
                  </a:cubicBezTo>
                  <a:cubicBezTo>
                    <a:pt x="89" y="9488"/>
                    <a:pt x="105" y="9482"/>
                    <a:pt x="116" y="9471"/>
                  </a:cubicBezTo>
                  <a:lnTo>
                    <a:pt x="9484" y="103"/>
                  </a:lnTo>
                  <a:cubicBezTo>
                    <a:pt x="9508" y="80"/>
                    <a:pt x="9508" y="41"/>
                    <a:pt x="9484" y="18"/>
                  </a:cubicBezTo>
                  <a:cubicBezTo>
                    <a:pt x="9473" y="6"/>
                    <a:pt x="9457" y="0"/>
                    <a:pt x="94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7" name="Google Shape;1227;p47"/>
          <p:cNvSpPr txBox="1">
            <a:spLocks noGrp="1"/>
          </p:cNvSpPr>
          <p:nvPr>
            <p:ph type="title"/>
          </p:nvPr>
        </p:nvSpPr>
        <p:spPr>
          <a:xfrm flipH="1">
            <a:off x="3074709" y="1372001"/>
            <a:ext cx="5874065" cy="199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smtClean="0">
                <a:latin typeface="Times New Roman" panose="02020603050405020304" pitchFamily="18" charset="0"/>
                <a:cs typeface="Times New Roman" panose="02020603050405020304" pitchFamily="18" charset="0"/>
              </a:rPr>
              <a:t>MERCI DE VOTRE AIMABLE ATTENTION!</a:t>
            </a:r>
            <a:endParaRPr sz="3200" dirty="0">
              <a:latin typeface="Times New Roman" panose="02020603050405020304" pitchFamily="18" charset="0"/>
              <a:cs typeface="Times New Roman" panose="02020603050405020304" pitchFamily="18" charset="0"/>
            </a:endParaRPr>
          </a:p>
        </p:txBody>
      </p:sp>
      <p:sp>
        <p:nvSpPr>
          <p:cNvPr id="1229" name="Google Shape;1229;p47"/>
          <p:cNvSpPr/>
          <p:nvPr/>
        </p:nvSpPr>
        <p:spPr>
          <a:xfrm>
            <a:off x="5255409" y="-509165"/>
            <a:ext cx="858180" cy="1188387"/>
          </a:xfrm>
          <a:custGeom>
            <a:avLst/>
            <a:gdLst/>
            <a:ahLst/>
            <a:cxnLst/>
            <a:rect l="l" t="t" r="r" b="b"/>
            <a:pathLst>
              <a:path w="11404" h="15792" extrusionOk="0">
                <a:moveTo>
                  <a:pt x="11306" y="0"/>
                </a:moveTo>
                <a:cubicBezTo>
                  <a:pt x="11290" y="0"/>
                  <a:pt x="11272" y="7"/>
                  <a:pt x="11258" y="24"/>
                </a:cubicBezTo>
                <a:lnTo>
                  <a:pt x="5403" y="5887"/>
                </a:lnTo>
                <a:cubicBezTo>
                  <a:pt x="5387" y="5894"/>
                  <a:pt x="5379" y="5910"/>
                  <a:pt x="5379" y="5933"/>
                </a:cubicBezTo>
                <a:lnTo>
                  <a:pt x="5379" y="10516"/>
                </a:lnTo>
                <a:lnTo>
                  <a:pt x="1021" y="14882"/>
                </a:lnTo>
                <a:cubicBezTo>
                  <a:pt x="936" y="14812"/>
                  <a:pt x="827" y="14774"/>
                  <a:pt x="711" y="14774"/>
                </a:cubicBezTo>
                <a:cubicBezTo>
                  <a:pt x="708" y="14774"/>
                  <a:pt x="705" y="14774"/>
                  <a:pt x="703" y="14774"/>
                </a:cubicBezTo>
                <a:cubicBezTo>
                  <a:pt x="166" y="14774"/>
                  <a:pt x="0" y="15504"/>
                  <a:pt x="486" y="15735"/>
                </a:cubicBezTo>
                <a:cubicBezTo>
                  <a:pt x="564" y="15774"/>
                  <a:pt x="642" y="15791"/>
                  <a:pt x="716" y="15791"/>
                </a:cubicBezTo>
                <a:cubicBezTo>
                  <a:pt x="1099" y="15791"/>
                  <a:pt x="1386" y="15325"/>
                  <a:pt x="1107" y="14967"/>
                </a:cubicBezTo>
                <a:lnTo>
                  <a:pt x="5488" y="10586"/>
                </a:lnTo>
                <a:cubicBezTo>
                  <a:pt x="5503" y="10578"/>
                  <a:pt x="5503" y="10563"/>
                  <a:pt x="5503" y="10547"/>
                </a:cubicBezTo>
                <a:lnTo>
                  <a:pt x="5503" y="5956"/>
                </a:lnTo>
                <a:lnTo>
                  <a:pt x="11351" y="117"/>
                </a:lnTo>
                <a:cubicBezTo>
                  <a:pt x="11404" y="70"/>
                  <a:pt x="11358" y="0"/>
                  <a:pt x="113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7"/>
          <p:cNvSpPr/>
          <p:nvPr/>
        </p:nvSpPr>
        <p:spPr>
          <a:xfrm>
            <a:off x="5696273" y="-697675"/>
            <a:ext cx="1752555" cy="1950620"/>
          </a:xfrm>
          <a:custGeom>
            <a:avLst/>
            <a:gdLst/>
            <a:ahLst/>
            <a:cxnLst/>
            <a:rect l="l" t="t" r="r" b="b"/>
            <a:pathLst>
              <a:path w="23289" h="25921" extrusionOk="0">
                <a:moveTo>
                  <a:pt x="23216" y="1"/>
                </a:moveTo>
                <a:cubicBezTo>
                  <a:pt x="23199" y="1"/>
                  <a:pt x="23184" y="6"/>
                  <a:pt x="23172" y="18"/>
                </a:cubicBezTo>
                <a:lnTo>
                  <a:pt x="3258" y="19932"/>
                </a:lnTo>
                <a:cubicBezTo>
                  <a:pt x="3250" y="19940"/>
                  <a:pt x="3242" y="19956"/>
                  <a:pt x="3242" y="19979"/>
                </a:cubicBezTo>
                <a:lnTo>
                  <a:pt x="3242" y="22755"/>
                </a:lnTo>
                <a:lnTo>
                  <a:pt x="978" y="25020"/>
                </a:lnTo>
                <a:cubicBezTo>
                  <a:pt x="893" y="24950"/>
                  <a:pt x="784" y="24911"/>
                  <a:pt x="668" y="24911"/>
                </a:cubicBezTo>
                <a:cubicBezTo>
                  <a:pt x="218" y="24911"/>
                  <a:pt x="1" y="25454"/>
                  <a:pt x="319" y="25772"/>
                </a:cubicBezTo>
                <a:cubicBezTo>
                  <a:pt x="422" y="25875"/>
                  <a:pt x="547" y="25921"/>
                  <a:pt x="670" y="25921"/>
                </a:cubicBezTo>
                <a:cubicBezTo>
                  <a:pt x="927" y="25921"/>
                  <a:pt x="1172" y="25719"/>
                  <a:pt x="1172" y="25415"/>
                </a:cubicBezTo>
                <a:cubicBezTo>
                  <a:pt x="1172" y="25299"/>
                  <a:pt x="1141" y="25190"/>
                  <a:pt x="1063" y="25105"/>
                </a:cubicBezTo>
                <a:lnTo>
                  <a:pt x="3351" y="22825"/>
                </a:lnTo>
                <a:cubicBezTo>
                  <a:pt x="3359" y="22809"/>
                  <a:pt x="3367" y="22794"/>
                  <a:pt x="3367" y="22778"/>
                </a:cubicBezTo>
                <a:lnTo>
                  <a:pt x="3367" y="20002"/>
                </a:lnTo>
                <a:lnTo>
                  <a:pt x="7128" y="16241"/>
                </a:lnTo>
                <a:lnTo>
                  <a:pt x="7686" y="16264"/>
                </a:lnTo>
                <a:lnTo>
                  <a:pt x="9819" y="14132"/>
                </a:lnTo>
                <a:lnTo>
                  <a:pt x="9803" y="13566"/>
                </a:lnTo>
                <a:lnTo>
                  <a:pt x="23265" y="103"/>
                </a:lnTo>
                <a:cubicBezTo>
                  <a:pt x="23289" y="80"/>
                  <a:pt x="23289" y="41"/>
                  <a:pt x="23265" y="18"/>
                </a:cubicBezTo>
                <a:cubicBezTo>
                  <a:pt x="23250" y="6"/>
                  <a:pt x="23232" y="1"/>
                  <a:pt x="23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1" name="Google Shape;1231;p47"/>
          <p:cNvGrpSpPr/>
          <p:nvPr/>
        </p:nvGrpSpPr>
        <p:grpSpPr>
          <a:xfrm>
            <a:off x="5755108" y="393109"/>
            <a:ext cx="246301" cy="210632"/>
            <a:chOff x="6506733" y="1087209"/>
            <a:chExt cx="246301" cy="210632"/>
          </a:xfrm>
        </p:grpSpPr>
        <p:sp>
          <p:nvSpPr>
            <p:cNvPr id="1232" name="Google Shape;1232;p47"/>
            <p:cNvSpPr/>
            <p:nvPr/>
          </p:nvSpPr>
          <p:spPr>
            <a:xfrm>
              <a:off x="6506733" y="1087209"/>
              <a:ext cx="246301" cy="210632"/>
            </a:xfrm>
            <a:custGeom>
              <a:avLst/>
              <a:gdLst/>
              <a:ahLst/>
              <a:cxnLst/>
              <a:rect l="l" t="t" r="r" b="b"/>
              <a:pathLst>
                <a:path w="3273" h="2799" extrusionOk="0">
                  <a:moveTo>
                    <a:pt x="1404" y="123"/>
                  </a:moveTo>
                  <a:cubicBezTo>
                    <a:pt x="2536" y="123"/>
                    <a:pt x="3110" y="1496"/>
                    <a:pt x="2304" y="2302"/>
                  </a:cubicBezTo>
                  <a:cubicBezTo>
                    <a:pt x="2043" y="2563"/>
                    <a:pt x="1723" y="2680"/>
                    <a:pt x="1410" y="2680"/>
                  </a:cubicBezTo>
                  <a:cubicBezTo>
                    <a:pt x="753" y="2680"/>
                    <a:pt x="125" y="2169"/>
                    <a:pt x="125" y="1403"/>
                  </a:cubicBezTo>
                  <a:cubicBezTo>
                    <a:pt x="125" y="697"/>
                    <a:pt x="698" y="123"/>
                    <a:pt x="1404" y="123"/>
                  </a:cubicBezTo>
                  <a:close/>
                  <a:moveTo>
                    <a:pt x="1410" y="0"/>
                  </a:moveTo>
                  <a:cubicBezTo>
                    <a:pt x="690" y="0"/>
                    <a:pt x="0" y="558"/>
                    <a:pt x="0" y="1403"/>
                  </a:cubicBezTo>
                  <a:cubicBezTo>
                    <a:pt x="0" y="2171"/>
                    <a:pt x="629" y="2799"/>
                    <a:pt x="1404" y="2799"/>
                  </a:cubicBezTo>
                  <a:cubicBezTo>
                    <a:pt x="2645" y="2799"/>
                    <a:pt x="3273" y="1294"/>
                    <a:pt x="2389" y="410"/>
                  </a:cubicBezTo>
                  <a:cubicBezTo>
                    <a:pt x="2103" y="127"/>
                    <a:pt x="1753" y="0"/>
                    <a:pt x="1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7"/>
            <p:cNvSpPr/>
            <p:nvPr/>
          </p:nvSpPr>
          <p:spPr>
            <a:xfrm>
              <a:off x="6566258" y="1146659"/>
              <a:ext cx="92260" cy="92260"/>
            </a:xfrm>
            <a:custGeom>
              <a:avLst/>
              <a:gdLst/>
              <a:ahLst/>
              <a:cxnLst/>
              <a:rect l="l" t="t" r="r" b="b"/>
              <a:pathLst>
                <a:path w="1226" h="1226" extrusionOk="0">
                  <a:moveTo>
                    <a:pt x="613" y="0"/>
                  </a:moveTo>
                  <a:cubicBezTo>
                    <a:pt x="272" y="0"/>
                    <a:pt x="0" y="272"/>
                    <a:pt x="0" y="613"/>
                  </a:cubicBezTo>
                  <a:cubicBezTo>
                    <a:pt x="0" y="946"/>
                    <a:pt x="272" y="1226"/>
                    <a:pt x="613" y="1226"/>
                  </a:cubicBezTo>
                  <a:cubicBezTo>
                    <a:pt x="947" y="1226"/>
                    <a:pt x="1226" y="946"/>
                    <a:pt x="1226" y="613"/>
                  </a:cubicBezTo>
                  <a:cubicBezTo>
                    <a:pt x="1226" y="272"/>
                    <a:pt x="947"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4" name="Google Shape;1234;p47"/>
          <p:cNvSpPr/>
          <p:nvPr/>
        </p:nvSpPr>
        <p:spPr>
          <a:xfrm>
            <a:off x="4488041" y="-509187"/>
            <a:ext cx="1333550" cy="1667595"/>
          </a:xfrm>
          <a:custGeom>
            <a:avLst/>
            <a:gdLst/>
            <a:ahLst/>
            <a:cxnLst/>
            <a:rect l="l" t="t" r="r" b="b"/>
            <a:pathLst>
              <a:path w="17721" h="22160" extrusionOk="0">
                <a:moveTo>
                  <a:pt x="17648" y="0"/>
                </a:moveTo>
                <a:cubicBezTo>
                  <a:pt x="17631" y="0"/>
                  <a:pt x="17616" y="6"/>
                  <a:pt x="17604" y="18"/>
                </a:cubicBezTo>
                <a:lnTo>
                  <a:pt x="8601" y="9029"/>
                </a:lnTo>
                <a:lnTo>
                  <a:pt x="8042" y="9013"/>
                </a:lnTo>
                <a:lnTo>
                  <a:pt x="5910" y="11146"/>
                </a:lnTo>
                <a:lnTo>
                  <a:pt x="5925" y="11704"/>
                </a:lnTo>
                <a:lnTo>
                  <a:pt x="5367" y="12263"/>
                </a:lnTo>
                <a:cubicBezTo>
                  <a:pt x="5351" y="12270"/>
                  <a:pt x="5344" y="12294"/>
                  <a:pt x="5344" y="12309"/>
                </a:cubicBezTo>
                <a:lnTo>
                  <a:pt x="5344" y="16892"/>
                </a:lnTo>
                <a:lnTo>
                  <a:pt x="985" y="21258"/>
                </a:lnTo>
                <a:cubicBezTo>
                  <a:pt x="892" y="21188"/>
                  <a:pt x="784" y="21150"/>
                  <a:pt x="675" y="21150"/>
                </a:cubicBezTo>
                <a:cubicBezTo>
                  <a:pt x="225" y="21150"/>
                  <a:pt x="1" y="21693"/>
                  <a:pt x="318" y="22010"/>
                </a:cubicBezTo>
                <a:cubicBezTo>
                  <a:pt x="421" y="22113"/>
                  <a:pt x="548" y="22159"/>
                  <a:pt x="672" y="22159"/>
                </a:cubicBezTo>
                <a:cubicBezTo>
                  <a:pt x="931" y="22159"/>
                  <a:pt x="1179" y="21958"/>
                  <a:pt x="1179" y="21654"/>
                </a:cubicBezTo>
                <a:cubicBezTo>
                  <a:pt x="1179" y="21537"/>
                  <a:pt x="1141" y="21429"/>
                  <a:pt x="1071" y="21344"/>
                </a:cubicBezTo>
                <a:lnTo>
                  <a:pt x="5452" y="16962"/>
                </a:lnTo>
                <a:cubicBezTo>
                  <a:pt x="5460" y="16954"/>
                  <a:pt x="5468" y="16939"/>
                  <a:pt x="5468" y="16923"/>
                </a:cubicBezTo>
                <a:lnTo>
                  <a:pt x="5468" y="12333"/>
                </a:lnTo>
                <a:lnTo>
                  <a:pt x="17697" y="111"/>
                </a:lnTo>
                <a:cubicBezTo>
                  <a:pt x="17720" y="80"/>
                  <a:pt x="17720" y="41"/>
                  <a:pt x="17697" y="18"/>
                </a:cubicBezTo>
                <a:cubicBezTo>
                  <a:pt x="17681" y="6"/>
                  <a:pt x="17664" y="0"/>
                  <a:pt x="17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7"/>
          <p:cNvSpPr/>
          <p:nvPr/>
        </p:nvSpPr>
        <p:spPr>
          <a:xfrm>
            <a:off x="6345789" y="-118011"/>
            <a:ext cx="54332" cy="51247"/>
          </a:xfrm>
          <a:custGeom>
            <a:avLst/>
            <a:gdLst/>
            <a:ahLst/>
            <a:cxnLst/>
            <a:rect l="l" t="t" r="r" b="b"/>
            <a:pathLst>
              <a:path w="722" h="681" extrusionOk="0">
                <a:moveTo>
                  <a:pt x="380" y="0"/>
                </a:moveTo>
                <a:cubicBezTo>
                  <a:pt x="296" y="0"/>
                  <a:pt x="210" y="31"/>
                  <a:pt x="140" y="101"/>
                </a:cubicBezTo>
                <a:cubicBezTo>
                  <a:pt x="1" y="233"/>
                  <a:pt x="1" y="450"/>
                  <a:pt x="140" y="582"/>
                </a:cubicBezTo>
                <a:cubicBezTo>
                  <a:pt x="210" y="650"/>
                  <a:pt x="296" y="680"/>
                  <a:pt x="379" y="680"/>
                </a:cubicBezTo>
                <a:cubicBezTo>
                  <a:pt x="555" y="680"/>
                  <a:pt x="722" y="547"/>
                  <a:pt x="722" y="342"/>
                </a:cubicBezTo>
                <a:cubicBezTo>
                  <a:pt x="722" y="137"/>
                  <a:pt x="555" y="0"/>
                  <a:pt x="3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7"/>
          <p:cNvSpPr/>
          <p:nvPr/>
        </p:nvSpPr>
        <p:spPr>
          <a:xfrm>
            <a:off x="6080825" y="141386"/>
            <a:ext cx="68405" cy="51172"/>
          </a:xfrm>
          <a:custGeom>
            <a:avLst/>
            <a:gdLst/>
            <a:ahLst/>
            <a:cxnLst/>
            <a:rect l="l" t="t" r="r" b="b"/>
            <a:pathLst>
              <a:path w="909" h="680" extrusionOk="0">
                <a:moveTo>
                  <a:pt x="458" y="1"/>
                </a:moveTo>
                <a:cubicBezTo>
                  <a:pt x="371" y="1"/>
                  <a:pt x="284" y="36"/>
                  <a:pt x="218" y="105"/>
                </a:cubicBezTo>
                <a:cubicBezTo>
                  <a:pt x="1" y="315"/>
                  <a:pt x="156" y="679"/>
                  <a:pt x="458" y="679"/>
                </a:cubicBezTo>
                <a:cubicBezTo>
                  <a:pt x="761" y="679"/>
                  <a:pt x="908" y="315"/>
                  <a:pt x="699" y="105"/>
                </a:cubicBezTo>
                <a:cubicBezTo>
                  <a:pt x="633" y="36"/>
                  <a:pt x="546" y="1"/>
                  <a:pt x="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7"/>
          <p:cNvSpPr/>
          <p:nvPr/>
        </p:nvSpPr>
        <p:spPr>
          <a:xfrm>
            <a:off x="6210410" y="11875"/>
            <a:ext cx="68329" cy="51096"/>
          </a:xfrm>
          <a:custGeom>
            <a:avLst/>
            <a:gdLst/>
            <a:ahLst/>
            <a:cxnLst/>
            <a:rect l="l" t="t" r="r" b="b"/>
            <a:pathLst>
              <a:path w="908" h="679" extrusionOk="0">
                <a:moveTo>
                  <a:pt x="458" y="0"/>
                </a:moveTo>
                <a:cubicBezTo>
                  <a:pt x="371" y="0"/>
                  <a:pt x="284" y="35"/>
                  <a:pt x="218" y="105"/>
                </a:cubicBezTo>
                <a:cubicBezTo>
                  <a:pt x="1" y="314"/>
                  <a:pt x="156" y="679"/>
                  <a:pt x="458" y="679"/>
                </a:cubicBezTo>
                <a:cubicBezTo>
                  <a:pt x="760" y="679"/>
                  <a:pt x="908" y="314"/>
                  <a:pt x="698" y="105"/>
                </a:cubicBezTo>
                <a:cubicBezTo>
                  <a:pt x="633" y="35"/>
                  <a:pt x="545" y="0"/>
                  <a:pt x="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7"/>
          <p:cNvSpPr/>
          <p:nvPr/>
        </p:nvSpPr>
        <p:spPr>
          <a:xfrm>
            <a:off x="5958012" y="271573"/>
            <a:ext cx="53730" cy="53580"/>
          </a:xfrm>
          <a:custGeom>
            <a:avLst/>
            <a:gdLst/>
            <a:ahLst/>
            <a:cxnLst/>
            <a:rect l="l" t="t" r="r" b="b"/>
            <a:pathLst>
              <a:path w="714" h="712" extrusionOk="0">
                <a:moveTo>
                  <a:pt x="369" y="0"/>
                </a:moveTo>
                <a:cubicBezTo>
                  <a:pt x="277" y="0"/>
                  <a:pt x="186" y="33"/>
                  <a:pt x="121" y="105"/>
                </a:cubicBezTo>
                <a:cubicBezTo>
                  <a:pt x="105" y="120"/>
                  <a:pt x="90" y="136"/>
                  <a:pt x="74" y="151"/>
                </a:cubicBezTo>
                <a:cubicBezTo>
                  <a:pt x="66" y="174"/>
                  <a:pt x="51" y="190"/>
                  <a:pt x="43" y="213"/>
                </a:cubicBezTo>
                <a:cubicBezTo>
                  <a:pt x="35" y="237"/>
                  <a:pt x="28" y="252"/>
                  <a:pt x="28" y="275"/>
                </a:cubicBezTo>
                <a:cubicBezTo>
                  <a:pt x="20" y="299"/>
                  <a:pt x="20" y="322"/>
                  <a:pt x="20" y="345"/>
                </a:cubicBezTo>
                <a:cubicBezTo>
                  <a:pt x="1" y="589"/>
                  <a:pt x="179" y="711"/>
                  <a:pt x="357" y="711"/>
                </a:cubicBezTo>
                <a:cubicBezTo>
                  <a:pt x="536" y="711"/>
                  <a:pt x="714" y="589"/>
                  <a:pt x="695" y="345"/>
                </a:cubicBezTo>
                <a:cubicBezTo>
                  <a:pt x="695" y="322"/>
                  <a:pt x="695" y="299"/>
                  <a:pt x="695" y="275"/>
                </a:cubicBezTo>
                <a:cubicBezTo>
                  <a:pt x="687" y="252"/>
                  <a:pt x="679" y="237"/>
                  <a:pt x="671" y="213"/>
                </a:cubicBezTo>
                <a:cubicBezTo>
                  <a:pt x="664" y="190"/>
                  <a:pt x="656" y="167"/>
                  <a:pt x="640" y="151"/>
                </a:cubicBezTo>
                <a:cubicBezTo>
                  <a:pt x="633" y="136"/>
                  <a:pt x="617" y="112"/>
                  <a:pt x="602" y="97"/>
                </a:cubicBezTo>
                <a:cubicBezTo>
                  <a:pt x="586" y="81"/>
                  <a:pt x="563" y="66"/>
                  <a:pt x="547" y="58"/>
                </a:cubicBezTo>
                <a:cubicBezTo>
                  <a:pt x="532" y="43"/>
                  <a:pt x="509" y="35"/>
                  <a:pt x="493" y="27"/>
                </a:cubicBezTo>
                <a:cubicBezTo>
                  <a:pt x="470" y="19"/>
                  <a:pt x="446" y="12"/>
                  <a:pt x="423" y="4"/>
                </a:cubicBezTo>
                <a:cubicBezTo>
                  <a:pt x="405" y="1"/>
                  <a:pt x="387" y="0"/>
                  <a:pt x="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9" name="Google Shape;1239;p47"/>
          <p:cNvGrpSpPr/>
          <p:nvPr/>
        </p:nvGrpSpPr>
        <p:grpSpPr>
          <a:xfrm>
            <a:off x="4126548" y="-18701"/>
            <a:ext cx="786165" cy="637318"/>
            <a:chOff x="6109323" y="430024"/>
            <a:chExt cx="786165" cy="637318"/>
          </a:xfrm>
        </p:grpSpPr>
        <p:sp>
          <p:nvSpPr>
            <p:cNvPr id="1240" name="Google Shape;1240;p47"/>
            <p:cNvSpPr/>
            <p:nvPr/>
          </p:nvSpPr>
          <p:spPr>
            <a:xfrm>
              <a:off x="6109323" y="1033403"/>
              <a:ext cx="182713" cy="33939"/>
            </a:xfrm>
            <a:custGeom>
              <a:avLst/>
              <a:gdLst/>
              <a:ahLst/>
              <a:cxnLst/>
              <a:rect l="l" t="t" r="r" b="b"/>
              <a:pathLst>
                <a:path w="2428" h="451" extrusionOk="0">
                  <a:moveTo>
                    <a:pt x="442" y="1"/>
                  </a:moveTo>
                  <a:lnTo>
                    <a:pt x="0" y="451"/>
                  </a:lnTo>
                  <a:lnTo>
                    <a:pt x="1978" y="451"/>
                  </a:lnTo>
                  <a:lnTo>
                    <a:pt x="2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7"/>
            <p:cNvSpPr/>
            <p:nvPr/>
          </p:nvSpPr>
          <p:spPr>
            <a:xfrm>
              <a:off x="6209710" y="933091"/>
              <a:ext cx="182713" cy="33337"/>
            </a:xfrm>
            <a:custGeom>
              <a:avLst/>
              <a:gdLst/>
              <a:ahLst/>
              <a:cxnLst/>
              <a:rect l="l" t="t" r="r" b="b"/>
              <a:pathLst>
                <a:path w="2428" h="443" extrusionOk="0">
                  <a:moveTo>
                    <a:pt x="450" y="0"/>
                  </a:moveTo>
                  <a:lnTo>
                    <a:pt x="0" y="442"/>
                  </a:lnTo>
                  <a:lnTo>
                    <a:pt x="1978" y="442"/>
                  </a:lnTo>
                  <a:lnTo>
                    <a:pt x="2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7"/>
            <p:cNvSpPr/>
            <p:nvPr/>
          </p:nvSpPr>
          <p:spPr>
            <a:xfrm>
              <a:off x="6310097" y="832101"/>
              <a:ext cx="182713" cy="33939"/>
            </a:xfrm>
            <a:custGeom>
              <a:avLst/>
              <a:gdLst/>
              <a:ahLst/>
              <a:cxnLst/>
              <a:rect l="l" t="t" r="r" b="b"/>
              <a:pathLst>
                <a:path w="2428" h="451" extrusionOk="0">
                  <a:moveTo>
                    <a:pt x="450" y="0"/>
                  </a:moveTo>
                  <a:lnTo>
                    <a:pt x="0" y="450"/>
                  </a:lnTo>
                  <a:lnTo>
                    <a:pt x="1985" y="450"/>
                  </a:lnTo>
                  <a:lnTo>
                    <a:pt x="24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7"/>
            <p:cNvSpPr/>
            <p:nvPr/>
          </p:nvSpPr>
          <p:spPr>
            <a:xfrm>
              <a:off x="6411011" y="731713"/>
              <a:ext cx="182713" cy="33337"/>
            </a:xfrm>
            <a:custGeom>
              <a:avLst/>
              <a:gdLst/>
              <a:ahLst/>
              <a:cxnLst/>
              <a:rect l="l" t="t" r="r" b="b"/>
              <a:pathLst>
                <a:path w="2428" h="443" extrusionOk="0">
                  <a:moveTo>
                    <a:pt x="443" y="1"/>
                  </a:moveTo>
                  <a:lnTo>
                    <a:pt x="1" y="443"/>
                  </a:lnTo>
                  <a:lnTo>
                    <a:pt x="1978" y="443"/>
                  </a:lnTo>
                  <a:lnTo>
                    <a:pt x="24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7"/>
            <p:cNvSpPr/>
            <p:nvPr/>
          </p:nvSpPr>
          <p:spPr>
            <a:xfrm>
              <a:off x="6511398" y="630799"/>
              <a:ext cx="182713" cy="33864"/>
            </a:xfrm>
            <a:custGeom>
              <a:avLst/>
              <a:gdLst/>
              <a:ahLst/>
              <a:cxnLst/>
              <a:rect l="l" t="t" r="r" b="b"/>
              <a:pathLst>
                <a:path w="2428" h="450" extrusionOk="0">
                  <a:moveTo>
                    <a:pt x="450" y="0"/>
                  </a:moveTo>
                  <a:lnTo>
                    <a:pt x="1" y="450"/>
                  </a:lnTo>
                  <a:lnTo>
                    <a:pt x="1986" y="450"/>
                  </a:lnTo>
                  <a:lnTo>
                    <a:pt x="2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7"/>
            <p:cNvSpPr/>
            <p:nvPr/>
          </p:nvSpPr>
          <p:spPr>
            <a:xfrm>
              <a:off x="6612388" y="530412"/>
              <a:ext cx="182713" cy="33864"/>
            </a:xfrm>
            <a:custGeom>
              <a:avLst/>
              <a:gdLst/>
              <a:ahLst/>
              <a:cxnLst/>
              <a:rect l="l" t="t" r="r" b="b"/>
              <a:pathLst>
                <a:path w="2428" h="450" extrusionOk="0">
                  <a:moveTo>
                    <a:pt x="442" y="0"/>
                  </a:moveTo>
                  <a:lnTo>
                    <a:pt x="0" y="450"/>
                  </a:lnTo>
                  <a:lnTo>
                    <a:pt x="1978" y="450"/>
                  </a:lnTo>
                  <a:lnTo>
                    <a:pt x="24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7"/>
            <p:cNvSpPr/>
            <p:nvPr/>
          </p:nvSpPr>
          <p:spPr>
            <a:xfrm>
              <a:off x="6712699" y="430024"/>
              <a:ext cx="182788" cy="33337"/>
            </a:xfrm>
            <a:custGeom>
              <a:avLst/>
              <a:gdLst/>
              <a:ahLst/>
              <a:cxnLst/>
              <a:rect l="l" t="t" r="r" b="b"/>
              <a:pathLst>
                <a:path w="2429" h="443" extrusionOk="0">
                  <a:moveTo>
                    <a:pt x="443" y="0"/>
                  </a:moveTo>
                  <a:lnTo>
                    <a:pt x="1" y="442"/>
                  </a:lnTo>
                  <a:lnTo>
                    <a:pt x="1978" y="442"/>
                  </a:lnTo>
                  <a:lnTo>
                    <a:pt x="2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7" name="Google Shape;1247;p47"/>
          <p:cNvSpPr/>
          <p:nvPr/>
        </p:nvSpPr>
        <p:spPr>
          <a:xfrm>
            <a:off x="6113610" y="290937"/>
            <a:ext cx="731680" cy="729648"/>
          </a:xfrm>
          <a:custGeom>
            <a:avLst/>
            <a:gdLst/>
            <a:ahLst/>
            <a:cxnLst/>
            <a:rect l="l" t="t" r="r" b="b"/>
            <a:pathLst>
              <a:path w="9723" h="9696" extrusionOk="0">
                <a:moveTo>
                  <a:pt x="9643" y="1"/>
                </a:moveTo>
                <a:cubicBezTo>
                  <a:pt x="9630" y="1"/>
                  <a:pt x="9615" y="5"/>
                  <a:pt x="9601" y="16"/>
                </a:cubicBezTo>
                <a:lnTo>
                  <a:pt x="24" y="9593"/>
                </a:lnTo>
                <a:cubicBezTo>
                  <a:pt x="1" y="9616"/>
                  <a:pt x="1" y="9655"/>
                  <a:pt x="24" y="9678"/>
                </a:cubicBezTo>
                <a:cubicBezTo>
                  <a:pt x="36" y="9690"/>
                  <a:pt x="51" y="9696"/>
                  <a:pt x="67" y="9696"/>
                </a:cubicBezTo>
                <a:cubicBezTo>
                  <a:pt x="82" y="9696"/>
                  <a:pt x="98" y="9690"/>
                  <a:pt x="109" y="9678"/>
                </a:cubicBezTo>
                <a:lnTo>
                  <a:pt x="9686" y="101"/>
                </a:lnTo>
                <a:cubicBezTo>
                  <a:pt x="9722" y="53"/>
                  <a:pt x="9689" y="1"/>
                  <a:pt x="96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IT Support Specialist Job Description by Slidesgo">
  <a:themeElements>
    <a:clrScheme name="Simple Light">
      <a:dk1>
        <a:srgbClr val="EFEFFB"/>
      </a:dk1>
      <a:lt1>
        <a:srgbClr val="1D4167"/>
      </a:lt1>
      <a:dk2>
        <a:srgbClr val="BDD7F3"/>
      </a:dk2>
      <a:lt2>
        <a:srgbClr val="FFFFFF"/>
      </a:lt2>
      <a:accent1>
        <a:srgbClr val="FFFFFF"/>
      </a:accent1>
      <a:accent2>
        <a:srgbClr val="FFFFFF"/>
      </a:accent2>
      <a:accent3>
        <a:srgbClr val="FFFFFF"/>
      </a:accent3>
      <a:accent4>
        <a:srgbClr val="FFFFFF"/>
      </a:accent4>
      <a:accent5>
        <a:srgbClr val="FFFFFF"/>
      </a:accent5>
      <a:accent6>
        <a:srgbClr val="FFFFFF"/>
      </a:accent6>
      <a:hlink>
        <a:srgbClr val="EFEF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TotalTime>
  <Words>436</Words>
  <Application>Microsoft Office PowerPoint</Application>
  <PresentationFormat>Affichage à l'écran (16:9)</PresentationFormat>
  <Paragraphs>134</Paragraphs>
  <Slides>36</Slides>
  <Notes>17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36</vt:i4>
      </vt:variant>
    </vt:vector>
  </HeadingPairs>
  <TitlesOfParts>
    <vt:vector size="46" baseType="lpstr">
      <vt:lpstr>Times New Roman</vt:lpstr>
      <vt:lpstr>Barlow</vt:lpstr>
      <vt:lpstr>Assistant</vt:lpstr>
      <vt:lpstr>Titillium Web</vt:lpstr>
      <vt:lpstr>Arimo</vt:lpstr>
      <vt:lpstr>Wingdings</vt:lpstr>
      <vt:lpstr>Arial</vt:lpstr>
      <vt:lpstr>Anaheim</vt:lpstr>
      <vt:lpstr>Calibri</vt:lpstr>
      <vt:lpstr>IT Support Specialist Job Description by Slidesgo</vt:lpstr>
      <vt:lpstr>MINISTERE DE L’ENSEIGNEMENT SUPERIEUR, DE LA RECHERCHE ET DE L’INNOVATION DIRECTION GENERALE DE L’ENSEIGNEMENT SUPERIEUR PRIVE INSTITUT SUPERIEUR D’INFORMATIQUE</vt:lpstr>
      <vt:lpstr>Présentation PowerPoint</vt:lpstr>
      <vt:lpstr> I. Introduction</vt:lpstr>
      <vt:lpstr>1. Description d’Active Directory</vt:lpstr>
      <vt:lpstr>2. Rôle des services de domaine Active Directory</vt:lpstr>
      <vt:lpstr>3. Signification du terme « partitionnement » dans Active Directory</vt:lpstr>
      <vt:lpstr>4. Création de l’unité d’organisation (OU) et des utilisateurs </vt:lpstr>
      <vt:lpstr>4.1 Création de l’unité d’organisation (OU) « Promo » </vt:lpstr>
      <vt:lpstr>4.2 Création des utilisateurs </vt:lpstr>
      <vt:lpstr>4.2 Création des utilisateurs </vt:lpstr>
      <vt:lpstr>4.3 Création et déplacement d’un utilisateur  </vt:lpstr>
      <vt:lpstr>Présentation PowerPoint</vt:lpstr>
      <vt:lpstr>5. Délégation de contrôle pour réinitialiser les mots de passe </vt:lpstr>
      <vt:lpstr>5. Délégation de contrôle pour réinitialiser les mots de passe </vt:lpstr>
      <vt:lpstr>5. Délégation de contrôle pour réinitialiser les mots de passe </vt:lpstr>
      <vt:lpstr>6. Modification de la délégation de contrôle </vt:lpstr>
      <vt:lpstr>6. Modification de la délégation de contrôle </vt:lpstr>
      <vt:lpstr>6. Modification de la délégation de contrôle </vt:lpstr>
      <vt:lpstr>   II . Installation de console MMC sur une station de travail</vt:lpstr>
      <vt:lpstr>   II . Installation de console MMC sur une station de travail</vt:lpstr>
      <vt:lpstr>   II . Installation de console MMC sur une station de travail</vt:lpstr>
      <vt:lpstr>    III. Groupes locaux de domaine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IV. Conclusion</vt:lpstr>
      <vt:lpstr>MERCI DE VOTRE AIMABLE ATTENTION!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SUPPORT SPECIALIST JOB DESCRIPTION</dc:title>
  <cp:lastModifiedBy>Compte Microsoft</cp:lastModifiedBy>
  <cp:revision>119</cp:revision>
  <dcterms:modified xsi:type="dcterms:W3CDTF">2024-12-16T13:25:14Z</dcterms:modified>
</cp:coreProperties>
</file>